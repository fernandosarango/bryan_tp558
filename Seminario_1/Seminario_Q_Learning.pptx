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316" r:id="rId3"/>
    <p:sldId id="307" r:id="rId4"/>
    <p:sldId id="331" r:id="rId5"/>
    <p:sldId id="315" r:id="rId6"/>
    <p:sldId id="332" r:id="rId7"/>
    <p:sldId id="308" r:id="rId8"/>
    <p:sldId id="335" r:id="rId9"/>
    <p:sldId id="320" r:id="rId10"/>
    <p:sldId id="338" r:id="rId11"/>
    <p:sldId id="344" r:id="rId12"/>
    <p:sldId id="339" r:id="rId13"/>
    <p:sldId id="309" r:id="rId14"/>
    <p:sldId id="324" r:id="rId15"/>
    <p:sldId id="323" r:id="rId16"/>
    <p:sldId id="312" r:id="rId17"/>
    <p:sldId id="293" r:id="rId18"/>
    <p:sldId id="314" r:id="rId19"/>
    <p:sldId id="306" r:id="rId20"/>
    <p:sldId id="343" r:id="rId21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8" autoAdjust="0"/>
    <p:restoredTop sz="90207" autoAdjust="0"/>
  </p:normalViewPr>
  <p:slideViewPr>
    <p:cSldViewPr snapToGrid="0">
      <p:cViewPr varScale="1">
        <p:scale>
          <a:sx n="74" d="100"/>
          <a:sy n="74" d="100"/>
        </p:scale>
        <p:origin x="1219" y="72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Fernando Sarango Rodriguez" userId="b88c460d-539d-4987-a9c8-d95e779f98d2" providerId="ADAL" clId="{DDA58DF9-4A73-4145-8661-6937CE120459}"/>
    <pc:docChg chg="undo custSel addSld modSld">
      <pc:chgData name="Bryan Fernando Sarango Rodriguez" userId="b88c460d-539d-4987-a9c8-d95e779f98d2" providerId="ADAL" clId="{DDA58DF9-4A73-4145-8661-6937CE120459}" dt="2026-08-11T23:24:00.057" v="101" actId="729"/>
      <pc:docMkLst>
        <pc:docMk/>
      </pc:docMkLst>
      <pc:sldChg chg="mod modShow">
        <pc:chgData name="Bryan Fernando Sarango Rodriguez" userId="b88c460d-539d-4987-a9c8-d95e779f98d2" providerId="ADAL" clId="{DDA58DF9-4A73-4145-8661-6937CE120459}" dt="2026-08-11T23:24:00.057" v="101" actId="729"/>
        <pc:sldMkLst>
          <pc:docMk/>
          <pc:sldMk cId="4112062912" sldId="342"/>
        </pc:sldMkLst>
      </pc:sldChg>
      <pc:sldChg chg="addSp delSp modSp add mod">
        <pc:chgData name="Bryan Fernando Sarango Rodriguez" userId="b88c460d-539d-4987-a9c8-d95e779f98d2" providerId="ADAL" clId="{DDA58DF9-4A73-4145-8661-6937CE120459}" dt="2026-08-11T23:23:16.436" v="100" actId="1076"/>
        <pc:sldMkLst>
          <pc:docMk/>
          <pc:sldMk cId="126431434" sldId="344"/>
        </pc:sldMkLst>
        <pc:spChg chg="mod">
          <ac:chgData name="Bryan Fernando Sarango Rodriguez" userId="b88c460d-539d-4987-a9c8-d95e779f98d2" providerId="ADAL" clId="{DDA58DF9-4A73-4145-8661-6937CE120459}" dt="2026-08-11T22:58:44.219" v="8" actId="27636"/>
          <ac:spMkLst>
            <pc:docMk/>
            <pc:sldMk cId="126431434" sldId="344"/>
            <ac:spMk id="2" creationId="{94AB8438-E56E-2412-517C-8456E4CA773C}"/>
          </ac:spMkLst>
        </pc:spChg>
        <pc:spChg chg="add del">
          <ac:chgData name="Bryan Fernando Sarango Rodriguez" userId="b88c460d-539d-4987-a9c8-d95e779f98d2" providerId="ADAL" clId="{DDA58DF9-4A73-4145-8661-6937CE120459}" dt="2026-08-11T22:59:43.228" v="12" actId="22"/>
          <ac:spMkLst>
            <pc:docMk/>
            <pc:sldMk cId="126431434" sldId="344"/>
            <ac:spMk id="9" creationId="{D4C4508D-A5BE-4B92-8B79-5A98FC0B79DB}"/>
          </ac:spMkLst>
        </pc:spChg>
        <pc:spChg chg="add mod">
          <ac:chgData name="Bryan Fernando Sarango Rodriguez" userId="b88c460d-539d-4987-a9c8-d95e779f98d2" providerId="ADAL" clId="{DDA58DF9-4A73-4145-8661-6937CE120459}" dt="2026-08-11T23:15:39.875" v="73" actId="1076"/>
          <ac:spMkLst>
            <pc:docMk/>
            <pc:sldMk cId="126431434" sldId="344"/>
            <ac:spMk id="10" creationId="{877C3B34-FEF7-4E2B-BA3F-E85A0DDDBCFB}"/>
          </ac:spMkLst>
        </pc:spChg>
        <pc:spChg chg="mod">
          <ac:chgData name="Bryan Fernando Sarango Rodriguez" userId="b88c460d-539d-4987-a9c8-d95e779f98d2" providerId="ADAL" clId="{DDA58DF9-4A73-4145-8661-6937CE120459}" dt="2026-08-11T23:13:33.997" v="61" actId="1076"/>
          <ac:spMkLst>
            <pc:docMk/>
            <pc:sldMk cId="126431434" sldId="344"/>
            <ac:spMk id="11" creationId="{A97622AE-2114-5C88-E382-AD26FF5E4BB1}"/>
          </ac:spMkLst>
        </pc:spChg>
        <pc:spChg chg="add mod">
          <ac:chgData name="Bryan Fernando Sarango Rodriguez" userId="b88c460d-539d-4987-a9c8-d95e779f98d2" providerId="ADAL" clId="{DDA58DF9-4A73-4145-8661-6937CE120459}" dt="2026-08-11T23:21:38.091" v="86" actId="1076"/>
          <ac:spMkLst>
            <pc:docMk/>
            <pc:sldMk cId="126431434" sldId="344"/>
            <ac:spMk id="13" creationId="{2C9F1303-CAFA-4474-97DE-E5661F900A84}"/>
          </ac:spMkLst>
        </pc:spChg>
        <pc:spChg chg="add mod">
          <ac:chgData name="Bryan Fernando Sarango Rodriguez" userId="b88c460d-539d-4987-a9c8-d95e779f98d2" providerId="ADAL" clId="{DDA58DF9-4A73-4145-8661-6937CE120459}" dt="2026-08-11T23:22:11.911" v="90" actId="403"/>
          <ac:spMkLst>
            <pc:docMk/>
            <pc:sldMk cId="126431434" sldId="344"/>
            <ac:spMk id="14" creationId="{604ACCBF-DA38-42BB-8167-8F2E3C6DFCFE}"/>
          </ac:spMkLst>
        </pc:spChg>
        <pc:spChg chg="add mod">
          <ac:chgData name="Bryan Fernando Sarango Rodriguez" userId="b88c460d-539d-4987-a9c8-d95e779f98d2" providerId="ADAL" clId="{DDA58DF9-4A73-4145-8661-6937CE120459}" dt="2026-08-11T23:14:54.589" v="72" actId="1076"/>
          <ac:spMkLst>
            <pc:docMk/>
            <pc:sldMk cId="126431434" sldId="344"/>
            <ac:spMk id="15" creationId="{46AAAC9B-A5FF-49EF-AA33-9A272C520B36}"/>
          </ac:spMkLst>
        </pc:spChg>
        <pc:spChg chg="add mod">
          <ac:chgData name="Bryan Fernando Sarango Rodriguez" userId="b88c460d-539d-4987-a9c8-d95e779f98d2" providerId="ADAL" clId="{DDA58DF9-4A73-4145-8661-6937CE120459}" dt="2026-08-11T23:22:20.421" v="92" actId="403"/>
          <ac:spMkLst>
            <pc:docMk/>
            <pc:sldMk cId="126431434" sldId="344"/>
            <ac:spMk id="16" creationId="{035DBE3E-8383-4C4C-8178-3D24CA2D418B}"/>
          </ac:spMkLst>
        </pc:spChg>
        <pc:spChg chg="add mod">
          <ac:chgData name="Bryan Fernando Sarango Rodriguez" userId="b88c460d-539d-4987-a9c8-d95e779f98d2" providerId="ADAL" clId="{DDA58DF9-4A73-4145-8661-6937CE120459}" dt="2026-08-11T23:15:50.718" v="75" actId="1076"/>
          <ac:spMkLst>
            <pc:docMk/>
            <pc:sldMk cId="126431434" sldId="344"/>
            <ac:spMk id="17" creationId="{A109D511-EF19-475B-A84E-D10BEDD21545}"/>
          </ac:spMkLst>
        </pc:spChg>
        <pc:spChg chg="add mod">
          <ac:chgData name="Bryan Fernando Sarango Rodriguez" userId="b88c460d-539d-4987-a9c8-d95e779f98d2" providerId="ADAL" clId="{DDA58DF9-4A73-4145-8661-6937CE120459}" dt="2026-08-11T23:22:36.811" v="94" actId="403"/>
          <ac:spMkLst>
            <pc:docMk/>
            <pc:sldMk cId="126431434" sldId="344"/>
            <ac:spMk id="18" creationId="{08F2F30B-6087-4360-BEC6-23AFF2EBE5A8}"/>
          </ac:spMkLst>
        </pc:spChg>
        <pc:spChg chg="add mod">
          <ac:chgData name="Bryan Fernando Sarango Rodriguez" userId="b88c460d-539d-4987-a9c8-d95e779f98d2" providerId="ADAL" clId="{DDA58DF9-4A73-4145-8661-6937CE120459}" dt="2026-08-11T23:16:12.417" v="77" actId="1076"/>
          <ac:spMkLst>
            <pc:docMk/>
            <pc:sldMk cId="126431434" sldId="344"/>
            <ac:spMk id="19" creationId="{B4A23E56-0384-4BEE-AEC6-B31A026BB0B7}"/>
          </ac:spMkLst>
        </pc:spChg>
        <pc:spChg chg="add mod">
          <ac:chgData name="Bryan Fernando Sarango Rodriguez" userId="b88c460d-539d-4987-a9c8-d95e779f98d2" providerId="ADAL" clId="{DDA58DF9-4A73-4145-8661-6937CE120459}" dt="2026-08-11T23:23:12.690" v="99" actId="1076"/>
          <ac:spMkLst>
            <pc:docMk/>
            <pc:sldMk cId="126431434" sldId="344"/>
            <ac:spMk id="20" creationId="{5FCC2ED3-6A2F-4B80-856F-76CE401D5467}"/>
          </ac:spMkLst>
        </pc:spChg>
        <pc:spChg chg="add mod">
          <ac:chgData name="Bryan Fernando Sarango Rodriguez" userId="b88c460d-539d-4987-a9c8-d95e779f98d2" providerId="ADAL" clId="{DDA58DF9-4A73-4145-8661-6937CE120459}" dt="2026-08-11T23:16:28.264" v="79" actId="1076"/>
          <ac:spMkLst>
            <pc:docMk/>
            <pc:sldMk cId="126431434" sldId="344"/>
            <ac:spMk id="21" creationId="{920612E2-DC94-4532-8258-40B40DB31052}"/>
          </ac:spMkLst>
        </pc:spChg>
        <pc:spChg chg="add mod">
          <ac:chgData name="Bryan Fernando Sarango Rodriguez" userId="b88c460d-539d-4987-a9c8-d95e779f98d2" providerId="ADAL" clId="{DDA58DF9-4A73-4145-8661-6937CE120459}" dt="2026-08-11T23:23:16.436" v="100" actId="1076"/>
          <ac:spMkLst>
            <pc:docMk/>
            <pc:sldMk cId="126431434" sldId="344"/>
            <ac:spMk id="22" creationId="{6CF003E5-4BDB-43BA-B7A4-48075462C917}"/>
          </ac:spMkLst>
        </pc:spChg>
        <pc:spChg chg="add mod">
          <ac:chgData name="Bryan Fernando Sarango Rodriguez" userId="b88c460d-539d-4987-a9c8-d95e779f98d2" providerId="ADAL" clId="{DDA58DF9-4A73-4145-8661-6937CE120459}" dt="2026-08-11T23:16:46.501" v="81" actId="1076"/>
          <ac:spMkLst>
            <pc:docMk/>
            <pc:sldMk cId="126431434" sldId="344"/>
            <ac:spMk id="23" creationId="{2D58B1F2-A913-4E03-A48D-CB0B5F0B041F}"/>
          </ac:spMkLst>
        </pc:spChg>
        <pc:picChg chg="add mod">
          <ac:chgData name="Bryan Fernando Sarango Rodriguez" userId="b88c460d-539d-4987-a9c8-d95e779f98d2" providerId="ADAL" clId="{DDA58DF9-4A73-4145-8661-6937CE120459}" dt="2026-08-11T23:21:51.088" v="88" actId="1076"/>
          <ac:picMkLst>
            <pc:docMk/>
            <pc:sldMk cId="126431434" sldId="344"/>
            <ac:picMk id="4" creationId="{57C2DCED-8D7C-4779-B12D-3CD456641C16}"/>
          </ac:picMkLst>
        </pc:picChg>
        <pc:picChg chg="del">
          <ac:chgData name="Bryan Fernando Sarango Rodriguez" userId="b88c460d-539d-4987-a9c8-d95e779f98d2" providerId="ADAL" clId="{DDA58DF9-4A73-4145-8661-6937CE120459}" dt="2026-08-11T22:51:43.315" v="1" actId="478"/>
          <ac:picMkLst>
            <pc:docMk/>
            <pc:sldMk cId="126431434" sldId="344"/>
            <ac:picMk id="6" creationId="{4CCE75CA-1A5A-E17A-A7D2-369A66B9BE2C}"/>
          </ac:picMkLst>
        </pc:picChg>
        <pc:picChg chg="del">
          <ac:chgData name="Bryan Fernando Sarango Rodriguez" userId="b88c460d-539d-4987-a9c8-d95e779f98d2" providerId="ADAL" clId="{DDA58DF9-4A73-4145-8661-6937CE120459}" dt="2026-08-11T23:00:36.633" v="22" actId="478"/>
          <ac:picMkLst>
            <pc:docMk/>
            <pc:sldMk cId="126431434" sldId="344"/>
            <ac:picMk id="8" creationId="{3A8131C4-C3BD-5EDC-7385-D01972162CD0}"/>
          </ac:picMkLst>
        </pc:picChg>
        <pc:picChg chg="add mod">
          <ac:chgData name="Bryan Fernando Sarango Rodriguez" userId="b88c460d-539d-4987-a9c8-d95e779f98d2" providerId="ADAL" clId="{DDA58DF9-4A73-4145-8661-6937CE120459}" dt="2026-08-11T23:21:42.667" v="87" actId="1076"/>
          <ac:picMkLst>
            <pc:docMk/>
            <pc:sldMk cId="126431434" sldId="344"/>
            <ac:picMk id="12" creationId="{E3BA8DF7-0C53-450F-A61F-D711442DC776}"/>
          </ac:picMkLst>
        </pc:picChg>
      </pc:sldChg>
    </pc:docChg>
  </pc:docChgLst>
  <pc:docChgLst>
    <pc:chgData name="Bryan Fernando Sarango Rodriguez" userId="b88c460d-539d-4987-a9c8-d95e779f98d2" providerId="ADAL" clId="{B2B7B03A-126C-498A-AFCF-794902C3DAB0}"/>
    <pc:docChg chg="delSld">
      <pc:chgData name="Bryan Fernando Sarango Rodriguez" userId="b88c460d-539d-4987-a9c8-d95e779f98d2" providerId="ADAL" clId="{B2B7B03A-126C-498A-AFCF-794902C3DAB0}" dt="2026-08-17T19:30:24.943" v="9" actId="2696"/>
      <pc:docMkLst>
        <pc:docMk/>
      </pc:docMkLst>
      <pc:sldChg chg="del">
        <pc:chgData name="Bryan Fernando Sarango Rodriguez" userId="b88c460d-539d-4987-a9c8-d95e779f98d2" providerId="ADAL" clId="{B2B7B03A-126C-498A-AFCF-794902C3DAB0}" dt="2026-08-17T19:30:03.189" v="2" actId="2696"/>
        <pc:sldMkLst>
          <pc:docMk/>
          <pc:sldMk cId="1521811257" sldId="311"/>
        </pc:sldMkLst>
      </pc:sldChg>
      <pc:sldChg chg="del">
        <pc:chgData name="Bryan Fernando Sarango Rodriguez" userId="b88c460d-539d-4987-a9c8-d95e779f98d2" providerId="ADAL" clId="{B2B7B03A-126C-498A-AFCF-794902C3DAB0}" dt="2026-08-17T19:30:11.637" v="4" actId="2696"/>
        <pc:sldMkLst>
          <pc:docMk/>
          <pc:sldMk cId="3396116785" sldId="317"/>
        </pc:sldMkLst>
      </pc:sldChg>
      <pc:sldChg chg="del">
        <pc:chgData name="Bryan Fernando Sarango Rodriguez" userId="b88c460d-539d-4987-a9c8-d95e779f98d2" providerId="ADAL" clId="{B2B7B03A-126C-498A-AFCF-794902C3DAB0}" dt="2026-08-17T19:30:20.513" v="7" actId="2696"/>
        <pc:sldMkLst>
          <pc:docMk/>
          <pc:sldMk cId="2453567719" sldId="322"/>
        </pc:sldMkLst>
      </pc:sldChg>
      <pc:sldChg chg="del">
        <pc:chgData name="Bryan Fernando Sarango Rodriguez" userId="b88c460d-539d-4987-a9c8-d95e779f98d2" providerId="ADAL" clId="{B2B7B03A-126C-498A-AFCF-794902C3DAB0}" dt="2026-08-17T19:30:08.445" v="3" actId="2696"/>
        <pc:sldMkLst>
          <pc:docMk/>
          <pc:sldMk cId="823845779" sldId="325"/>
        </pc:sldMkLst>
      </pc:sldChg>
      <pc:sldChg chg="del">
        <pc:chgData name="Bryan Fernando Sarango Rodriguez" userId="b88c460d-539d-4987-a9c8-d95e779f98d2" providerId="ADAL" clId="{B2B7B03A-126C-498A-AFCF-794902C3DAB0}" dt="2026-08-17T19:25:59.521" v="0" actId="2696"/>
        <pc:sldMkLst>
          <pc:docMk/>
          <pc:sldMk cId="3547160376" sldId="333"/>
        </pc:sldMkLst>
      </pc:sldChg>
      <pc:sldChg chg="del">
        <pc:chgData name="Bryan Fernando Sarango Rodriguez" userId="b88c460d-539d-4987-a9c8-d95e779f98d2" providerId="ADAL" clId="{B2B7B03A-126C-498A-AFCF-794902C3DAB0}" dt="2026-08-17T19:30:14.455" v="5" actId="2696"/>
        <pc:sldMkLst>
          <pc:docMk/>
          <pc:sldMk cId="538274916" sldId="334"/>
        </pc:sldMkLst>
      </pc:sldChg>
      <pc:sldChg chg="del">
        <pc:chgData name="Bryan Fernando Sarango Rodriguez" userId="b88c460d-539d-4987-a9c8-d95e779f98d2" providerId="ADAL" clId="{B2B7B03A-126C-498A-AFCF-794902C3DAB0}" dt="2026-08-17T19:30:18.005" v="6" actId="2696"/>
        <pc:sldMkLst>
          <pc:docMk/>
          <pc:sldMk cId="1303045700" sldId="337"/>
        </pc:sldMkLst>
      </pc:sldChg>
      <pc:sldChg chg="del">
        <pc:chgData name="Bryan Fernando Sarango Rodriguez" userId="b88c460d-539d-4987-a9c8-d95e779f98d2" providerId="ADAL" clId="{B2B7B03A-126C-498A-AFCF-794902C3DAB0}" dt="2026-08-17T19:30:22.857" v="8" actId="2696"/>
        <pc:sldMkLst>
          <pc:docMk/>
          <pc:sldMk cId="795432720" sldId="340"/>
        </pc:sldMkLst>
      </pc:sldChg>
      <pc:sldChg chg="del">
        <pc:chgData name="Bryan Fernando Sarango Rodriguez" userId="b88c460d-539d-4987-a9c8-d95e779f98d2" providerId="ADAL" clId="{B2B7B03A-126C-498A-AFCF-794902C3DAB0}" dt="2026-08-17T19:30:24.943" v="9" actId="2696"/>
        <pc:sldMkLst>
          <pc:docMk/>
          <pc:sldMk cId="2373474600" sldId="341"/>
        </pc:sldMkLst>
      </pc:sldChg>
      <pc:sldChg chg="del">
        <pc:chgData name="Bryan Fernando Sarango Rodriguez" userId="b88c460d-539d-4987-a9c8-d95e779f98d2" providerId="ADAL" clId="{B2B7B03A-126C-498A-AFCF-794902C3DAB0}" dt="2026-08-17T19:26:14.175" v="1" actId="2696"/>
        <pc:sldMkLst>
          <pc:docMk/>
          <pc:sldMk cId="4112062912" sldId="342"/>
        </pc:sldMkLst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Bryan Fernando Sarango Rodriguez" userId="b88c460d-539d-4987-a9c8-d95e779f98d2" providerId="ADAL" clId="{511CB064-80A3-4D75-AB36-65FC1A28D9CE}"/>
    <pc:docChg chg="undo redo custSel addSld delSld modSld sldOrd">
      <pc:chgData name="Bryan Fernando Sarango Rodriguez" userId="b88c460d-539d-4987-a9c8-d95e779f98d2" providerId="ADAL" clId="{511CB064-80A3-4D75-AB36-65FC1A28D9CE}" dt="2026-08-17T14:10:58.347" v="2209" actId="20577"/>
      <pc:docMkLst>
        <pc:docMk/>
      </pc:docMkLst>
      <pc:sldChg chg="modSp">
        <pc:chgData name="Bryan Fernando Sarango Rodriguez" userId="b88c460d-539d-4987-a9c8-d95e779f98d2" providerId="ADAL" clId="{511CB064-80A3-4D75-AB36-65FC1A28D9CE}" dt="2026-08-11T16:55:12.511" v="2102" actId="1076"/>
        <pc:sldMkLst>
          <pc:docMk/>
          <pc:sldMk cId="686652667" sldId="256"/>
        </pc:sldMkLst>
        <pc:picChg chg="mod">
          <ac:chgData name="Bryan Fernando Sarango Rodriguez" userId="b88c460d-539d-4987-a9c8-d95e779f98d2" providerId="ADAL" clId="{511CB064-80A3-4D75-AB36-65FC1A28D9CE}" dt="2026-08-11T16:55:12.511" v="2102" actId="1076"/>
          <ac:picMkLst>
            <pc:docMk/>
            <pc:sldMk cId="686652667" sldId="256"/>
            <ac:picMk id="5122" creationId="{810CE0A2-4102-44A6-A370-175E7896CDCB}"/>
          </ac:picMkLst>
        </pc:picChg>
      </pc:sldChg>
      <pc:sldChg chg="ord">
        <pc:chgData name="Bryan Fernando Sarango Rodriguez" userId="b88c460d-539d-4987-a9c8-d95e779f98d2" providerId="ADAL" clId="{511CB064-80A3-4D75-AB36-65FC1A28D9CE}" dt="2026-08-11T14:29:49.360" v="1890"/>
        <pc:sldMkLst>
          <pc:docMk/>
          <pc:sldMk cId="3773005660" sldId="293"/>
        </pc:sldMkLst>
      </pc:sldChg>
      <pc:sldChg chg="addSp modSp mod ord">
        <pc:chgData name="Bryan Fernando Sarango Rodriguez" userId="b88c460d-539d-4987-a9c8-d95e779f98d2" providerId="ADAL" clId="{511CB064-80A3-4D75-AB36-65FC1A28D9CE}" dt="2026-08-11T17:42:15.302" v="2119" actId="403"/>
        <pc:sldMkLst>
          <pc:docMk/>
          <pc:sldMk cId="2655704619" sldId="306"/>
        </pc:sldMkLst>
        <pc:spChg chg="add mod">
          <ac:chgData name="Bryan Fernando Sarango Rodriguez" userId="b88c460d-539d-4987-a9c8-d95e779f98d2" providerId="ADAL" clId="{511CB064-80A3-4D75-AB36-65FC1A28D9CE}" dt="2026-08-11T17:42:15.302" v="2119" actId="403"/>
          <ac:spMkLst>
            <pc:docMk/>
            <pc:sldMk cId="2655704619" sldId="306"/>
            <ac:spMk id="3" creationId="{577659C0-C9EF-669A-9F0B-A8AA3F82AA61}"/>
          </ac:spMkLst>
        </pc:spChg>
        <pc:spChg chg="mod">
          <ac:chgData name="Bryan Fernando Sarango Rodriguez" userId="b88c460d-539d-4987-a9c8-d95e779f98d2" providerId="ADAL" clId="{511CB064-80A3-4D75-AB36-65FC1A28D9CE}" dt="2026-08-11T17:41:36.217" v="2106" actId="113"/>
          <ac:spMkLst>
            <pc:docMk/>
            <pc:sldMk cId="2655704619" sldId="306"/>
            <ac:spMk id="4" creationId="{32666AC8-2E17-4DB4-B0F5-60C640CCFD2E}"/>
          </ac:spMkLst>
        </pc:spChg>
      </pc:sldChg>
      <pc:sldChg chg="addSp delSp modSp mod modNotesTx">
        <pc:chgData name="Bryan Fernando Sarango Rodriguez" userId="b88c460d-539d-4987-a9c8-d95e779f98d2" providerId="ADAL" clId="{511CB064-80A3-4D75-AB36-65FC1A28D9CE}" dt="2026-08-17T13:37:17.216" v="2196" actId="14100"/>
        <pc:sldMkLst>
          <pc:docMk/>
          <pc:sldMk cId="364118245" sldId="307"/>
        </pc:sldMkLst>
        <pc:spChg chg="mod">
          <ac:chgData name="Bryan Fernando Sarango Rodriguez" userId="b88c460d-539d-4987-a9c8-d95e779f98d2" providerId="ADAL" clId="{511CB064-80A3-4D75-AB36-65FC1A28D9CE}" dt="2026-08-07T19:12:44.510" v="484" actId="20577"/>
          <ac:spMkLst>
            <pc:docMk/>
            <pc:sldMk cId="364118245" sldId="307"/>
            <ac:spMk id="2" creationId="{7F5FF925-67DE-CC62-E869-C6E3C1D771E6}"/>
          </ac:spMkLst>
        </pc:spChg>
        <pc:spChg chg="mod">
          <ac:chgData name="Bryan Fernando Sarango Rodriguez" userId="b88c460d-539d-4987-a9c8-d95e779f98d2" providerId="ADAL" clId="{511CB064-80A3-4D75-AB36-65FC1A28D9CE}" dt="2026-08-11T13:12:26.805" v="1510" actId="113"/>
          <ac:spMkLst>
            <pc:docMk/>
            <pc:sldMk cId="364118245" sldId="307"/>
            <ac:spMk id="3" creationId="{7DA84068-671A-9D40-4F76-2C57E4F720C2}"/>
          </ac:spMkLst>
        </pc:spChg>
        <pc:spChg chg="add">
          <ac:chgData name="Bryan Fernando Sarango Rodriguez" userId="b88c460d-539d-4987-a9c8-d95e779f98d2" providerId="ADAL" clId="{511CB064-80A3-4D75-AB36-65FC1A28D9CE}" dt="2026-08-07T13:13:11.850" v="2"/>
          <ac:spMkLst>
            <pc:docMk/>
            <pc:sldMk cId="364118245" sldId="307"/>
            <ac:spMk id="4" creationId="{B1558DBB-7897-B11D-8CC9-D4DF55CB03AA}"/>
          </ac:spMkLst>
        </pc:spChg>
        <pc:picChg chg="add del mod modCrop">
          <ac:chgData name="Bryan Fernando Sarango Rodriguez" userId="b88c460d-539d-4987-a9c8-d95e779f98d2" providerId="ADAL" clId="{511CB064-80A3-4D75-AB36-65FC1A28D9CE}" dt="2026-08-17T13:37:17.216" v="2196" actId="14100"/>
          <ac:picMkLst>
            <pc:docMk/>
            <pc:sldMk cId="364118245" sldId="307"/>
            <ac:picMk id="5" creationId="{E258737A-501E-15F9-965B-C6804C7C2E95}"/>
          </ac:picMkLst>
        </pc:picChg>
        <pc:picChg chg="add mod">
          <ac:chgData name="Bryan Fernando Sarango Rodriguez" userId="b88c460d-539d-4987-a9c8-d95e779f98d2" providerId="ADAL" clId="{511CB064-80A3-4D75-AB36-65FC1A28D9CE}" dt="2026-08-17T13:37:12.458" v="2195" actId="1076"/>
          <ac:picMkLst>
            <pc:docMk/>
            <pc:sldMk cId="364118245" sldId="307"/>
            <ac:picMk id="7" creationId="{C7CAA26A-7551-2318-9183-21A1F1C7AC58}"/>
          </ac:picMkLst>
        </pc:picChg>
      </pc:sldChg>
      <pc:sldChg chg="addSp delSp modSp mod ord modNotesTx">
        <pc:chgData name="Bryan Fernando Sarango Rodriguez" userId="b88c460d-539d-4987-a9c8-d95e779f98d2" providerId="ADAL" clId="{511CB064-80A3-4D75-AB36-65FC1A28D9CE}" dt="2026-08-17T14:10:58.347" v="2209" actId="20577"/>
        <pc:sldMkLst>
          <pc:docMk/>
          <pc:sldMk cId="3187071590" sldId="308"/>
        </pc:sldMkLst>
        <pc:spChg chg="mod">
          <ac:chgData name="Bryan Fernando Sarango Rodriguez" userId="b88c460d-539d-4987-a9c8-d95e779f98d2" providerId="ADAL" clId="{511CB064-80A3-4D75-AB36-65FC1A28D9CE}" dt="2026-08-07T14:03:54.804" v="146" actId="20577"/>
          <ac:spMkLst>
            <pc:docMk/>
            <pc:sldMk cId="3187071590" sldId="308"/>
            <ac:spMk id="2" creationId="{94AB8438-E56E-2412-517C-8456E4CA773C}"/>
          </ac:spMkLst>
        </pc:spChg>
        <pc:spChg chg="mod">
          <ac:chgData name="Bryan Fernando Sarango Rodriguez" userId="b88c460d-539d-4987-a9c8-d95e779f98d2" providerId="ADAL" clId="{511CB064-80A3-4D75-AB36-65FC1A28D9CE}" dt="2026-08-17T14:10:58.347" v="2209" actId="20577"/>
          <ac:spMkLst>
            <pc:docMk/>
            <pc:sldMk cId="3187071590" sldId="308"/>
            <ac:spMk id="3" creationId="{F7E2B09C-6D56-4C9F-A364-B904CCE2F1A0}"/>
          </ac:spMkLst>
        </pc:spChg>
        <pc:picChg chg="add mod">
          <ac:chgData name="Bryan Fernando Sarango Rodriguez" userId="b88c460d-539d-4987-a9c8-d95e779f98d2" providerId="ADAL" clId="{511CB064-80A3-4D75-AB36-65FC1A28D9CE}" dt="2026-08-11T14:04:42.561" v="1761" actId="1076"/>
          <ac:picMkLst>
            <pc:docMk/>
            <pc:sldMk cId="3187071590" sldId="308"/>
            <ac:picMk id="5" creationId="{27CC860E-3007-C0C7-C4E6-0C1C88373C95}"/>
          </ac:picMkLst>
        </pc:picChg>
        <pc:picChg chg="add del mod">
          <ac:chgData name="Bryan Fernando Sarango Rodriguez" userId="b88c460d-539d-4987-a9c8-d95e779f98d2" providerId="ADAL" clId="{511CB064-80A3-4D75-AB36-65FC1A28D9CE}" dt="2026-08-10T15:35:18.687" v="1149" actId="478"/>
          <ac:picMkLst>
            <pc:docMk/>
            <pc:sldMk cId="3187071590" sldId="308"/>
            <ac:picMk id="7" creationId="{815E6A74-9741-29F6-E561-035F38F3235F}"/>
          </ac:picMkLst>
        </pc:picChg>
      </pc:sldChg>
      <pc:sldChg chg="addSp modSp mod ord">
        <pc:chgData name="Bryan Fernando Sarango Rodriguez" userId="b88c460d-539d-4987-a9c8-d95e779f98d2" providerId="ADAL" clId="{511CB064-80A3-4D75-AB36-65FC1A28D9CE}" dt="2026-08-16T19:56:34.012" v="2189"/>
        <pc:sldMkLst>
          <pc:docMk/>
          <pc:sldMk cId="1547259554" sldId="309"/>
        </pc:sldMkLst>
        <pc:spChg chg="mod">
          <ac:chgData name="Bryan Fernando Sarango Rodriguez" userId="b88c460d-539d-4987-a9c8-d95e779f98d2" providerId="ADAL" clId="{511CB064-80A3-4D75-AB36-65FC1A28D9CE}" dt="2026-08-11T14:43:28.754" v="1969" actId="20577"/>
          <ac:spMkLst>
            <pc:docMk/>
            <pc:sldMk cId="1547259554" sldId="309"/>
            <ac:spMk id="2" creationId="{083FFF02-0FC8-9F0B-AAB0-565FC99EA70D}"/>
          </ac:spMkLst>
        </pc:spChg>
        <pc:spChg chg="mod">
          <ac:chgData name="Bryan Fernando Sarango Rodriguez" userId="b88c460d-539d-4987-a9c8-d95e779f98d2" providerId="ADAL" clId="{511CB064-80A3-4D75-AB36-65FC1A28D9CE}" dt="2026-08-16T19:56:34.012" v="2189"/>
          <ac:spMkLst>
            <pc:docMk/>
            <pc:sldMk cId="1547259554" sldId="309"/>
            <ac:spMk id="3" creationId="{8C5488AE-34B4-EF1D-F674-507FF2FCD122}"/>
          </ac:spMkLst>
        </pc:spChg>
        <pc:spChg chg="add">
          <ac:chgData name="Bryan Fernando Sarango Rodriguez" userId="b88c460d-539d-4987-a9c8-d95e779f98d2" providerId="ADAL" clId="{511CB064-80A3-4D75-AB36-65FC1A28D9CE}" dt="2026-08-07T14:43:38.822" v="289"/>
          <ac:spMkLst>
            <pc:docMk/>
            <pc:sldMk cId="1547259554" sldId="309"/>
            <ac:spMk id="4" creationId="{759E8979-DD11-A3B8-D781-19FA977B7819}"/>
          </ac:spMkLst>
        </pc:spChg>
      </pc:sldChg>
      <pc:sldChg chg="del">
        <pc:chgData name="Bryan Fernando Sarango Rodriguez" userId="b88c460d-539d-4987-a9c8-d95e779f98d2" providerId="ADAL" clId="{511CB064-80A3-4D75-AB36-65FC1A28D9CE}" dt="2026-08-10T17:20:12.019" v="1280" actId="2696"/>
        <pc:sldMkLst>
          <pc:docMk/>
          <pc:sldMk cId="3906980817" sldId="310"/>
        </pc:sldMkLst>
      </pc:sldChg>
      <pc:sldChg chg="modSp mod ord modShow">
        <pc:chgData name="Bryan Fernando Sarango Rodriguez" userId="b88c460d-539d-4987-a9c8-d95e779f98d2" providerId="ADAL" clId="{511CB064-80A3-4D75-AB36-65FC1A28D9CE}" dt="2026-08-11T15:50:31.749" v="2083" actId="729"/>
        <pc:sldMkLst>
          <pc:docMk/>
          <pc:sldMk cId="1521811257" sldId="311"/>
        </pc:sldMkLst>
        <pc:spChg chg="mod">
          <ac:chgData name="Bryan Fernando Sarango Rodriguez" userId="b88c460d-539d-4987-a9c8-d95e779f98d2" providerId="ADAL" clId="{511CB064-80A3-4D75-AB36-65FC1A28D9CE}" dt="2026-08-11T15:50:25.203" v="2082" actId="113"/>
          <ac:spMkLst>
            <pc:docMk/>
            <pc:sldMk cId="1521811257" sldId="311"/>
            <ac:spMk id="3" creationId="{62A55622-8E11-E5D7-8EAF-7AE2CCAA3321}"/>
          </ac:spMkLst>
        </pc:spChg>
      </pc:sldChg>
      <pc:sldChg chg="modSp mod ord">
        <pc:chgData name="Bryan Fernando Sarango Rodriguez" userId="b88c460d-539d-4987-a9c8-d95e779f98d2" providerId="ADAL" clId="{511CB064-80A3-4D75-AB36-65FC1A28D9CE}" dt="2026-08-11T14:56:49.776" v="2070" actId="207"/>
        <pc:sldMkLst>
          <pc:docMk/>
          <pc:sldMk cId="1532530965" sldId="312"/>
        </pc:sldMkLst>
        <pc:spChg chg="mod">
          <ac:chgData name="Bryan Fernando Sarango Rodriguez" userId="b88c460d-539d-4987-a9c8-d95e779f98d2" providerId="ADAL" clId="{511CB064-80A3-4D75-AB36-65FC1A28D9CE}" dt="2026-08-11T14:56:49.776" v="2070" actId="207"/>
          <ac:spMkLst>
            <pc:docMk/>
            <pc:sldMk cId="1532530965" sldId="312"/>
            <ac:spMk id="3" creationId="{69359096-6B47-BEA3-55AD-95F90CDC8489}"/>
          </ac:spMkLst>
        </pc:spChg>
      </pc:sldChg>
      <pc:sldChg chg="modSp mod ord">
        <pc:chgData name="Bryan Fernando Sarango Rodriguez" userId="b88c460d-539d-4987-a9c8-d95e779f98d2" providerId="ADAL" clId="{511CB064-80A3-4D75-AB36-65FC1A28D9CE}" dt="2026-08-11T14:29:51.827" v="1892"/>
        <pc:sldMkLst>
          <pc:docMk/>
          <pc:sldMk cId="1787264919" sldId="314"/>
        </pc:sldMkLst>
        <pc:spChg chg="mod">
          <ac:chgData name="Bryan Fernando Sarango Rodriguez" userId="b88c460d-539d-4987-a9c8-d95e779f98d2" providerId="ADAL" clId="{511CB064-80A3-4D75-AB36-65FC1A28D9CE}" dt="2026-08-10T18:09:34.411" v="1360" actId="20577"/>
          <ac:spMkLst>
            <pc:docMk/>
            <pc:sldMk cId="1787264919" sldId="314"/>
            <ac:spMk id="3" creationId="{EF043237-7757-7557-B63E-D4EB5152D44B}"/>
          </ac:spMkLst>
        </pc:spChg>
      </pc:sldChg>
      <pc:sldChg chg="addSp modSp mod ord modNotesTx">
        <pc:chgData name="Bryan Fernando Sarango Rodriguez" userId="b88c460d-539d-4987-a9c8-d95e779f98d2" providerId="ADAL" clId="{511CB064-80A3-4D75-AB36-65FC1A28D9CE}" dt="2026-08-17T13:58:23.245" v="2197" actId="20577"/>
        <pc:sldMkLst>
          <pc:docMk/>
          <pc:sldMk cId="2982830720" sldId="315"/>
        </pc:sldMkLst>
        <pc:spChg chg="mod">
          <ac:chgData name="Bryan Fernando Sarango Rodriguez" userId="b88c460d-539d-4987-a9c8-d95e779f98d2" providerId="ADAL" clId="{511CB064-80A3-4D75-AB36-65FC1A28D9CE}" dt="2026-08-07T13:55:06.812" v="116" actId="20577"/>
          <ac:spMkLst>
            <pc:docMk/>
            <pc:sldMk cId="2982830720" sldId="315"/>
            <ac:spMk id="2" creationId="{0452B460-304F-8D6A-49E2-170E86973EFE}"/>
          </ac:spMkLst>
        </pc:spChg>
        <pc:spChg chg="mod">
          <ac:chgData name="Bryan Fernando Sarango Rodriguez" userId="b88c460d-539d-4987-a9c8-d95e779f98d2" providerId="ADAL" clId="{511CB064-80A3-4D75-AB36-65FC1A28D9CE}" dt="2026-08-17T13:58:23.245" v="2197" actId="20577"/>
          <ac:spMkLst>
            <pc:docMk/>
            <pc:sldMk cId="2982830720" sldId="315"/>
            <ac:spMk id="3" creationId="{A9FDF00C-07E3-57DD-2C43-753297609C4B}"/>
          </ac:spMkLst>
        </pc:spChg>
        <pc:picChg chg="add mod">
          <ac:chgData name="Bryan Fernando Sarango Rodriguez" userId="b88c460d-539d-4987-a9c8-d95e779f98d2" providerId="ADAL" clId="{511CB064-80A3-4D75-AB36-65FC1A28D9CE}" dt="2026-08-11T13:22:04.202" v="1554" actId="1076"/>
          <ac:picMkLst>
            <pc:docMk/>
            <pc:sldMk cId="2982830720" sldId="315"/>
            <ac:picMk id="5" creationId="{4D3A5552-21BD-9100-589B-AEF70C2AF5D5}"/>
          </ac:picMkLst>
        </pc:picChg>
        <pc:picChg chg="add mod">
          <ac:chgData name="Bryan Fernando Sarango Rodriguez" userId="b88c460d-539d-4987-a9c8-d95e779f98d2" providerId="ADAL" clId="{511CB064-80A3-4D75-AB36-65FC1A28D9CE}" dt="2026-08-11T13:31:43.152" v="1572" actId="1076"/>
          <ac:picMkLst>
            <pc:docMk/>
            <pc:sldMk cId="2982830720" sldId="315"/>
            <ac:picMk id="7" creationId="{6487BA38-728B-2454-8521-86A82314809F}"/>
          </ac:picMkLst>
        </pc:picChg>
      </pc:sldChg>
      <pc:sldChg chg="addSp modSp new mod ord">
        <pc:chgData name="Bryan Fernando Sarango Rodriguez" userId="b88c460d-539d-4987-a9c8-d95e779f98d2" providerId="ADAL" clId="{511CB064-80A3-4D75-AB36-65FC1A28D9CE}" dt="2026-08-16T18:17:55.708" v="2143" actId="27636"/>
        <pc:sldMkLst>
          <pc:docMk/>
          <pc:sldMk cId="1259347598" sldId="316"/>
        </pc:sldMkLst>
        <pc:spChg chg="mod">
          <ac:chgData name="Bryan Fernando Sarango Rodriguez" userId="b88c460d-539d-4987-a9c8-d95e779f98d2" providerId="ADAL" clId="{511CB064-80A3-4D75-AB36-65FC1A28D9CE}" dt="2026-08-07T13:18:48.386" v="27" actId="20577"/>
          <ac:spMkLst>
            <pc:docMk/>
            <pc:sldMk cId="1259347598" sldId="316"/>
            <ac:spMk id="2" creationId="{B6B9EDE9-132B-6C75-C427-78F15EDB8B6C}"/>
          </ac:spMkLst>
        </pc:spChg>
        <pc:spChg chg="mod">
          <ac:chgData name="Bryan Fernando Sarango Rodriguez" userId="b88c460d-539d-4987-a9c8-d95e779f98d2" providerId="ADAL" clId="{511CB064-80A3-4D75-AB36-65FC1A28D9CE}" dt="2026-08-16T18:17:55.708" v="2143" actId="27636"/>
          <ac:spMkLst>
            <pc:docMk/>
            <pc:sldMk cId="1259347598" sldId="316"/>
            <ac:spMk id="3" creationId="{658281BC-2D71-01E8-546D-73309EBEC240}"/>
          </ac:spMkLst>
        </pc:spChg>
        <pc:picChg chg="add mod">
          <ac:chgData name="Bryan Fernando Sarango Rodriguez" userId="b88c460d-539d-4987-a9c8-d95e779f98d2" providerId="ADAL" clId="{511CB064-80A3-4D75-AB36-65FC1A28D9CE}" dt="2026-08-16T18:17:28.588" v="2134" actId="1076"/>
          <ac:picMkLst>
            <pc:docMk/>
            <pc:sldMk cId="1259347598" sldId="316"/>
            <ac:picMk id="5" creationId="{B6576C0A-7191-8294-7C5A-38E488EA6834}"/>
          </ac:picMkLst>
        </pc:picChg>
      </pc:sldChg>
      <pc:sldChg chg="addSp delSp modSp add mod ord modShow">
        <pc:chgData name="Bryan Fernando Sarango Rodriguez" userId="b88c460d-539d-4987-a9c8-d95e779f98d2" providerId="ADAL" clId="{511CB064-80A3-4D75-AB36-65FC1A28D9CE}" dt="2026-08-11T14:29:21.838" v="1872"/>
        <pc:sldMkLst>
          <pc:docMk/>
          <pc:sldMk cId="3396116785" sldId="317"/>
        </pc:sldMkLst>
        <pc:spChg chg="mod">
          <ac:chgData name="Bryan Fernando Sarango Rodriguez" userId="b88c460d-539d-4987-a9c8-d95e779f98d2" providerId="ADAL" clId="{511CB064-80A3-4D75-AB36-65FC1A28D9CE}" dt="2026-08-11T13:04:44.661" v="1473" actId="313"/>
          <ac:spMkLst>
            <pc:docMk/>
            <pc:sldMk cId="3396116785" sldId="317"/>
            <ac:spMk id="2" creationId="{B6B9EDE9-132B-6C75-C427-78F15EDB8B6C}"/>
          </ac:spMkLst>
        </pc:spChg>
        <pc:spChg chg="mod">
          <ac:chgData name="Bryan Fernando Sarango Rodriguez" userId="b88c460d-539d-4987-a9c8-d95e779f98d2" providerId="ADAL" clId="{511CB064-80A3-4D75-AB36-65FC1A28D9CE}" dt="2026-08-07T19:42:52.237" v="677" actId="20577"/>
          <ac:spMkLst>
            <pc:docMk/>
            <pc:sldMk cId="3396116785" sldId="317"/>
            <ac:spMk id="3" creationId="{658281BC-2D71-01E8-546D-73309EBEC240}"/>
          </ac:spMkLst>
        </pc:spChg>
        <pc:spChg chg="add del mod">
          <ac:chgData name="Bryan Fernando Sarango Rodriguez" userId="b88c460d-539d-4987-a9c8-d95e779f98d2" providerId="ADAL" clId="{511CB064-80A3-4D75-AB36-65FC1A28D9CE}" dt="2026-08-07T19:37:14.102" v="514" actId="478"/>
          <ac:spMkLst>
            <pc:docMk/>
            <pc:sldMk cId="3396116785" sldId="317"/>
            <ac:spMk id="4" creationId="{6E8A4145-6AE3-BE03-5359-021D22331C2A}"/>
          </ac:spMkLst>
        </pc:spChg>
        <pc:picChg chg="add mod">
          <ac:chgData name="Bryan Fernando Sarango Rodriguez" userId="b88c460d-539d-4987-a9c8-d95e779f98d2" providerId="ADAL" clId="{511CB064-80A3-4D75-AB36-65FC1A28D9CE}" dt="2026-08-07T19:44:51.029" v="679" actId="1076"/>
          <ac:picMkLst>
            <pc:docMk/>
            <pc:sldMk cId="3396116785" sldId="317"/>
            <ac:picMk id="6" creationId="{BAAE83C8-A957-1C7D-DD03-13CFAC251467}"/>
          </ac:picMkLst>
        </pc:picChg>
      </pc:sldChg>
      <pc:sldChg chg="modSp new del mod ord modShow">
        <pc:chgData name="Bryan Fernando Sarango Rodriguez" userId="b88c460d-539d-4987-a9c8-d95e779f98d2" providerId="ADAL" clId="{511CB064-80A3-4D75-AB36-65FC1A28D9CE}" dt="2026-08-10T17:46:10.561" v="1351" actId="2696"/>
        <pc:sldMkLst>
          <pc:docMk/>
          <pc:sldMk cId="3370939969" sldId="318"/>
        </pc:sldMkLst>
        <pc:spChg chg="mod">
          <ac:chgData name="Bryan Fernando Sarango Rodriguez" userId="b88c460d-539d-4987-a9c8-d95e779f98d2" providerId="ADAL" clId="{511CB064-80A3-4D75-AB36-65FC1A28D9CE}" dt="2026-08-07T13:29:16.075" v="83" actId="20577"/>
          <ac:spMkLst>
            <pc:docMk/>
            <pc:sldMk cId="3370939969" sldId="318"/>
            <ac:spMk id="2" creationId="{19EBED0F-6FD7-7A5D-151A-C35D82EDFF80}"/>
          </ac:spMkLst>
        </pc:spChg>
        <pc:spChg chg="mod">
          <ac:chgData name="Bryan Fernando Sarango Rodriguez" userId="b88c460d-539d-4987-a9c8-d95e779f98d2" providerId="ADAL" clId="{511CB064-80A3-4D75-AB36-65FC1A28D9CE}" dt="2026-08-07T13:29:50.939" v="85" actId="20577"/>
          <ac:spMkLst>
            <pc:docMk/>
            <pc:sldMk cId="3370939969" sldId="318"/>
            <ac:spMk id="3" creationId="{D10B7657-9403-A092-0390-95CC121D1C20}"/>
          </ac:spMkLst>
        </pc:spChg>
      </pc:sldChg>
      <pc:sldChg chg="modSp add del mod modShow">
        <pc:chgData name="Bryan Fernando Sarango Rodriguez" userId="b88c460d-539d-4987-a9c8-d95e779f98d2" providerId="ADAL" clId="{511CB064-80A3-4D75-AB36-65FC1A28D9CE}" dt="2026-08-10T17:46:33.888" v="1352" actId="2696"/>
        <pc:sldMkLst>
          <pc:docMk/>
          <pc:sldMk cId="1060280006" sldId="319"/>
        </pc:sldMkLst>
        <pc:spChg chg="mod">
          <ac:chgData name="Bryan Fernando Sarango Rodriguez" userId="b88c460d-539d-4987-a9c8-d95e779f98d2" providerId="ADAL" clId="{511CB064-80A3-4D75-AB36-65FC1A28D9CE}" dt="2026-08-07T13:41:14.233" v="95" actId="20577"/>
          <ac:spMkLst>
            <pc:docMk/>
            <pc:sldMk cId="1060280006" sldId="319"/>
            <ac:spMk id="2" creationId="{19EBED0F-6FD7-7A5D-151A-C35D82EDFF80}"/>
          </ac:spMkLst>
        </pc:spChg>
        <pc:spChg chg="mod">
          <ac:chgData name="Bryan Fernando Sarango Rodriguez" userId="b88c460d-539d-4987-a9c8-d95e779f98d2" providerId="ADAL" clId="{511CB064-80A3-4D75-AB36-65FC1A28D9CE}" dt="2026-08-07T13:47:26.125" v="110" actId="6549"/>
          <ac:spMkLst>
            <pc:docMk/>
            <pc:sldMk cId="1060280006" sldId="319"/>
            <ac:spMk id="3" creationId="{D10B7657-9403-A092-0390-95CC121D1C20}"/>
          </ac:spMkLst>
        </pc:spChg>
      </pc:sldChg>
      <pc:sldChg chg="addSp delSp modSp add mod ord modNotesTx">
        <pc:chgData name="Bryan Fernando Sarango Rodriguez" userId="b88c460d-539d-4987-a9c8-d95e779f98d2" providerId="ADAL" clId="{511CB064-80A3-4D75-AB36-65FC1A28D9CE}" dt="2026-08-16T19:51:56.535" v="2187" actId="20577"/>
        <pc:sldMkLst>
          <pc:docMk/>
          <pc:sldMk cId="4095688186" sldId="320"/>
        </pc:sldMkLst>
        <pc:spChg chg="mod">
          <ac:chgData name="Bryan Fernando Sarango Rodriguez" userId="b88c460d-539d-4987-a9c8-d95e779f98d2" providerId="ADAL" clId="{511CB064-80A3-4D75-AB36-65FC1A28D9CE}" dt="2026-08-11T14:15:22.707" v="1799" actId="20577"/>
          <ac:spMkLst>
            <pc:docMk/>
            <pc:sldMk cId="4095688186" sldId="320"/>
            <ac:spMk id="2" creationId="{94AB8438-E56E-2412-517C-8456E4CA773C}"/>
          </ac:spMkLst>
        </pc:spChg>
        <pc:spChg chg="mod">
          <ac:chgData name="Bryan Fernando Sarango Rodriguez" userId="b88c460d-539d-4987-a9c8-d95e779f98d2" providerId="ADAL" clId="{511CB064-80A3-4D75-AB36-65FC1A28D9CE}" dt="2026-08-16T19:51:56.535" v="2187" actId="20577"/>
          <ac:spMkLst>
            <pc:docMk/>
            <pc:sldMk cId="4095688186" sldId="320"/>
            <ac:spMk id="3" creationId="{F7E2B09C-6D56-4C9F-A364-B904CCE2F1A0}"/>
          </ac:spMkLst>
        </pc:spChg>
        <pc:spChg chg="add del">
          <ac:chgData name="Bryan Fernando Sarango Rodriguez" userId="b88c460d-539d-4987-a9c8-d95e779f98d2" providerId="ADAL" clId="{511CB064-80A3-4D75-AB36-65FC1A28D9CE}" dt="2026-08-07T14:18:52.537" v="210" actId="22"/>
          <ac:spMkLst>
            <pc:docMk/>
            <pc:sldMk cId="4095688186" sldId="320"/>
            <ac:spMk id="7" creationId="{4045AC83-33E9-FAA6-A6B1-091B1968BD15}"/>
          </ac:spMkLst>
        </pc:spChg>
        <pc:picChg chg="add mod">
          <ac:chgData name="Bryan Fernando Sarango Rodriguez" userId="b88c460d-539d-4987-a9c8-d95e779f98d2" providerId="ADAL" clId="{511CB064-80A3-4D75-AB36-65FC1A28D9CE}" dt="2026-08-16T19:48:11.455" v="2184" actId="1076"/>
          <ac:picMkLst>
            <pc:docMk/>
            <pc:sldMk cId="4095688186" sldId="320"/>
            <ac:picMk id="5" creationId="{971E134F-6858-9AC9-5663-523F79D7A743}"/>
          </ac:picMkLst>
        </pc:picChg>
      </pc:sldChg>
      <pc:sldChg chg="add del">
        <pc:chgData name="Bryan Fernando Sarango Rodriguez" userId="b88c460d-539d-4987-a9c8-d95e779f98d2" providerId="ADAL" clId="{511CB064-80A3-4D75-AB36-65FC1A28D9CE}" dt="2026-08-07T14:13:09.535" v="168" actId="47"/>
        <pc:sldMkLst>
          <pc:docMk/>
          <pc:sldMk cId="3727163910" sldId="321"/>
        </pc:sldMkLst>
      </pc:sldChg>
      <pc:sldChg chg="add del">
        <pc:chgData name="Bryan Fernando Sarango Rodriguez" userId="b88c460d-539d-4987-a9c8-d95e779f98d2" providerId="ADAL" clId="{511CB064-80A3-4D75-AB36-65FC1A28D9CE}" dt="2026-08-07T14:42:16.500" v="286" actId="2696"/>
        <pc:sldMkLst>
          <pc:docMk/>
          <pc:sldMk cId="3728740386" sldId="321"/>
        </pc:sldMkLst>
      </pc:sldChg>
      <pc:sldChg chg="modSp add del mod modShow">
        <pc:chgData name="Bryan Fernando Sarango Rodriguez" userId="b88c460d-539d-4987-a9c8-d95e779f98d2" providerId="ADAL" clId="{511CB064-80A3-4D75-AB36-65FC1A28D9CE}" dt="2026-08-11T14:29:02.177" v="1865" actId="729"/>
        <pc:sldMkLst>
          <pc:docMk/>
          <pc:sldMk cId="2453567719" sldId="322"/>
        </pc:sldMkLst>
        <pc:spChg chg="mod">
          <ac:chgData name="Bryan Fernando Sarango Rodriguez" userId="b88c460d-539d-4987-a9c8-d95e779f98d2" providerId="ADAL" clId="{511CB064-80A3-4D75-AB36-65FC1A28D9CE}" dt="2026-08-07T14:20:40.770" v="232" actId="20577"/>
          <ac:spMkLst>
            <pc:docMk/>
            <pc:sldMk cId="2453567719" sldId="322"/>
            <ac:spMk id="2" creationId="{94AB8438-E56E-2412-517C-8456E4CA773C}"/>
          </ac:spMkLst>
        </pc:spChg>
        <pc:spChg chg="mod">
          <ac:chgData name="Bryan Fernando Sarango Rodriguez" userId="b88c460d-539d-4987-a9c8-d95e779f98d2" providerId="ADAL" clId="{511CB064-80A3-4D75-AB36-65FC1A28D9CE}" dt="2026-08-07T14:40:52.496" v="285" actId="27636"/>
          <ac:spMkLst>
            <pc:docMk/>
            <pc:sldMk cId="2453567719" sldId="322"/>
            <ac:spMk id="3" creationId="{F7E2B09C-6D56-4C9F-A364-B904CCE2F1A0}"/>
          </ac:spMkLst>
        </pc:spChg>
        <pc:picChg chg="mod">
          <ac:chgData name="Bryan Fernando Sarango Rodriguez" userId="b88c460d-539d-4987-a9c8-d95e779f98d2" providerId="ADAL" clId="{511CB064-80A3-4D75-AB36-65FC1A28D9CE}" dt="2026-08-07T14:36:23.186" v="267" actId="1076"/>
          <ac:picMkLst>
            <pc:docMk/>
            <pc:sldMk cId="2453567719" sldId="322"/>
            <ac:picMk id="5" creationId="{971E134F-6858-9AC9-5663-523F79D7A743}"/>
          </ac:picMkLst>
        </pc:picChg>
      </pc:sldChg>
      <pc:sldChg chg="addSp delSp modSp add mod ord">
        <pc:chgData name="Bryan Fernando Sarango Rodriguez" userId="b88c460d-539d-4987-a9c8-d95e779f98d2" providerId="ADAL" clId="{511CB064-80A3-4D75-AB36-65FC1A28D9CE}" dt="2026-08-16T19:58:20.397" v="2193" actId="20577"/>
        <pc:sldMkLst>
          <pc:docMk/>
          <pc:sldMk cId="1668590649" sldId="323"/>
        </pc:sldMkLst>
        <pc:spChg chg="mod">
          <ac:chgData name="Bryan Fernando Sarango Rodriguez" userId="b88c460d-539d-4987-a9c8-d95e779f98d2" providerId="ADAL" clId="{511CB064-80A3-4D75-AB36-65FC1A28D9CE}" dt="2026-08-07T15:00:09.842" v="364" actId="20577"/>
          <ac:spMkLst>
            <pc:docMk/>
            <pc:sldMk cId="1668590649" sldId="323"/>
            <ac:spMk id="2" creationId="{083FFF02-0FC8-9F0B-AAB0-565FC99EA70D}"/>
          </ac:spMkLst>
        </pc:spChg>
        <pc:spChg chg="mod">
          <ac:chgData name="Bryan Fernando Sarango Rodriguez" userId="b88c460d-539d-4987-a9c8-d95e779f98d2" providerId="ADAL" clId="{511CB064-80A3-4D75-AB36-65FC1A28D9CE}" dt="2026-08-16T19:58:20.397" v="2193" actId="20577"/>
          <ac:spMkLst>
            <pc:docMk/>
            <pc:sldMk cId="1668590649" sldId="323"/>
            <ac:spMk id="3" creationId="{8C5488AE-34B4-EF1D-F674-507FF2FCD122}"/>
          </ac:spMkLst>
        </pc:spChg>
        <pc:spChg chg="add">
          <ac:chgData name="Bryan Fernando Sarango Rodriguez" userId="b88c460d-539d-4987-a9c8-d95e779f98d2" providerId="ADAL" clId="{511CB064-80A3-4D75-AB36-65FC1A28D9CE}" dt="2026-08-07T15:02:28.321" v="390"/>
          <ac:spMkLst>
            <pc:docMk/>
            <pc:sldMk cId="1668590649" sldId="323"/>
            <ac:spMk id="4" creationId="{5BFC4390-B2D4-4623-12A3-0F137A319BD3}"/>
          </ac:spMkLst>
        </pc:spChg>
        <pc:spChg chg="add del mod">
          <ac:chgData name="Bryan Fernando Sarango Rodriguez" userId="b88c460d-539d-4987-a9c8-d95e779f98d2" providerId="ADAL" clId="{511CB064-80A3-4D75-AB36-65FC1A28D9CE}" dt="2026-08-07T15:03:32.370" v="414" actId="478"/>
          <ac:spMkLst>
            <pc:docMk/>
            <pc:sldMk cId="1668590649" sldId="323"/>
            <ac:spMk id="5" creationId="{93047076-EE49-D500-1D24-9D9154E34D5A}"/>
          </ac:spMkLst>
        </pc:spChg>
        <pc:spChg chg="add mod">
          <ac:chgData name="Bryan Fernando Sarango Rodriguez" userId="b88c460d-539d-4987-a9c8-d95e779f98d2" providerId="ADAL" clId="{511CB064-80A3-4D75-AB36-65FC1A28D9CE}" dt="2026-08-07T15:03:21.368" v="409"/>
          <ac:spMkLst>
            <pc:docMk/>
            <pc:sldMk cId="1668590649" sldId="323"/>
            <ac:spMk id="6" creationId="{25045ABF-1F60-8A9C-01C8-214013F9CFD3}"/>
          </ac:spMkLst>
        </pc:spChg>
        <pc:spChg chg="add mod">
          <ac:chgData name="Bryan Fernando Sarango Rodriguez" userId="b88c460d-539d-4987-a9c8-d95e779f98d2" providerId="ADAL" clId="{511CB064-80A3-4D75-AB36-65FC1A28D9CE}" dt="2026-08-07T15:03:21.018" v="408"/>
          <ac:spMkLst>
            <pc:docMk/>
            <pc:sldMk cId="1668590649" sldId="323"/>
            <ac:spMk id="7" creationId="{A01B0613-2E92-CC74-9D5C-4C7A548F7328}"/>
          </ac:spMkLst>
        </pc:spChg>
      </pc:sldChg>
      <pc:sldChg chg="modSp add mod ord">
        <pc:chgData name="Bryan Fernando Sarango Rodriguez" userId="b88c460d-539d-4987-a9c8-d95e779f98d2" providerId="ADAL" clId="{511CB064-80A3-4D75-AB36-65FC1A28D9CE}" dt="2026-08-11T14:51:09.166" v="2041" actId="20577"/>
        <pc:sldMkLst>
          <pc:docMk/>
          <pc:sldMk cId="364924233" sldId="324"/>
        </pc:sldMkLst>
        <pc:spChg chg="mod">
          <ac:chgData name="Bryan Fernando Sarango Rodriguez" userId="b88c460d-539d-4987-a9c8-d95e779f98d2" providerId="ADAL" clId="{511CB064-80A3-4D75-AB36-65FC1A28D9CE}" dt="2026-08-11T14:48:36.759" v="2024" actId="6549"/>
          <ac:spMkLst>
            <pc:docMk/>
            <pc:sldMk cId="364924233" sldId="324"/>
            <ac:spMk id="2" creationId="{083FFF02-0FC8-9F0B-AAB0-565FC99EA70D}"/>
          </ac:spMkLst>
        </pc:spChg>
        <pc:spChg chg="mod">
          <ac:chgData name="Bryan Fernando Sarango Rodriguez" userId="b88c460d-539d-4987-a9c8-d95e779f98d2" providerId="ADAL" clId="{511CB064-80A3-4D75-AB36-65FC1A28D9CE}" dt="2026-08-11T14:51:09.166" v="2041" actId="20577"/>
          <ac:spMkLst>
            <pc:docMk/>
            <pc:sldMk cId="364924233" sldId="324"/>
            <ac:spMk id="3" creationId="{8C5488AE-34B4-EF1D-F674-507FF2FCD122}"/>
          </ac:spMkLst>
        </pc:spChg>
      </pc:sldChg>
      <pc:sldChg chg="addSp delSp modSp add mod ord modShow">
        <pc:chgData name="Bryan Fernando Sarango Rodriguez" userId="b88c460d-539d-4987-a9c8-d95e779f98d2" providerId="ADAL" clId="{511CB064-80A3-4D75-AB36-65FC1A28D9CE}" dt="2026-08-11T14:40:48.068" v="1961"/>
        <pc:sldMkLst>
          <pc:docMk/>
          <pc:sldMk cId="823845779" sldId="325"/>
        </pc:sldMkLst>
        <pc:spChg chg="mod">
          <ac:chgData name="Bryan Fernando Sarango Rodriguez" userId="b88c460d-539d-4987-a9c8-d95e779f98d2" providerId="ADAL" clId="{511CB064-80A3-4D75-AB36-65FC1A28D9CE}" dt="2026-08-07T14:54:11.876" v="311" actId="20577"/>
          <ac:spMkLst>
            <pc:docMk/>
            <pc:sldMk cId="823845779" sldId="325"/>
            <ac:spMk id="2" creationId="{94AB8438-E56E-2412-517C-8456E4CA773C}"/>
          </ac:spMkLst>
        </pc:spChg>
        <pc:spChg chg="mod">
          <ac:chgData name="Bryan Fernando Sarango Rodriguez" userId="b88c460d-539d-4987-a9c8-d95e779f98d2" providerId="ADAL" clId="{511CB064-80A3-4D75-AB36-65FC1A28D9CE}" dt="2026-08-07T14:55:52.684" v="332" actId="1076"/>
          <ac:spMkLst>
            <pc:docMk/>
            <pc:sldMk cId="823845779" sldId="325"/>
            <ac:spMk id="3" creationId="{F7E2B09C-6D56-4C9F-A364-B904CCE2F1A0}"/>
          </ac:spMkLst>
        </pc:spChg>
        <pc:spChg chg="add del">
          <ac:chgData name="Bryan Fernando Sarango Rodriguez" userId="b88c460d-539d-4987-a9c8-d95e779f98d2" providerId="ADAL" clId="{511CB064-80A3-4D75-AB36-65FC1A28D9CE}" dt="2026-08-07T14:56:04.205" v="334" actId="22"/>
          <ac:spMkLst>
            <pc:docMk/>
            <pc:sldMk cId="823845779" sldId="325"/>
            <ac:spMk id="6" creationId="{21C285FD-0C29-9B69-6BA4-49565DB816EF}"/>
          </ac:spMkLst>
        </pc:spChg>
        <pc:spChg chg="add del">
          <ac:chgData name="Bryan Fernando Sarango Rodriguez" userId="b88c460d-539d-4987-a9c8-d95e779f98d2" providerId="ADAL" clId="{511CB064-80A3-4D75-AB36-65FC1A28D9CE}" dt="2026-08-07T14:56:09.643" v="336" actId="22"/>
          <ac:spMkLst>
            <pc:docMk/>
            <pc:sldMk cId="823845779" sldId="325"/>
            <ac:spMk id="8" creationId="{F5D31CB6-68D3-631E-5567-FF0878266BB0}"/>
          </ac:spMkLst>
        </pc:spChg>
        <pc:picChg chg="del">
          <ac:chgData name="Bryan Fernando Sarango Rodriguez" userId="b88c460d-539d-4987-a9c8-d95e779f98d2" providerId="ADAL" clId="{511CB064-80A3-4D75-AB36-65FC1A28D9CE}" dt="2026-08-07T14:54:34.710" v="314" actId="478"/>
          <ac:picMkLst>
            <pc:docMk/>
            <pc:sldMk cId="823845779" sldId="325"/>
            <ac:picMk id="5" creationId="{971E134F-6858-9AC9-5663-523F79D7A743}"/>
          </ac:picMkLst>
        </pc:picChg>
      </pc:sldChg>
      <pc:sldChg chg="addSp delSp modSp add del mod">
        <pc:chgData name="Bryan Fernando Sarango Rodriguez" userId="b88c460d-539d-4987-a9c8-d95e779f98d2" providerId="ADAL" clId="{511CB064-80A3-4D75-AB36-65FC1A28D9CE}" dt="2026-08-10T17:45:27.008" v="1347" actId="2696"/>
        <pc:sldMkLst>
          <pc:docMk/>
          <pc:sldMk cId="3525132808" sldId="326"/>
        </pc:sldMkLst>
        <pc:spChg chg="mod">
          <ac:chgData name="Bryan Fernando Sarango Rodriguez" userId="b88c460d-539d-4987-a9c8-d95e779f98d2" providerId="ADAL" clId="{511CB064-80A3-4D75-AB36-65FC1A28D9CE}" dt="2026-08-07T14:56:32.865" v="340" actId="20577"/>
          <ac:spMkLst>
            <pc:docMk/>
            <pc:sldMk cId="3525132808" sldId="326"/>
            <ac:spMk id="2" creationId="{94AB8438-E56E-2412-517C-8456E4CA773C}"/>
          </ac:spMkLst>
        </pc:spChg>
        <pc:spChg chg="del mod">
          <ac:chgData name="Bryan Fernando Sarango Rodriguez" userId="b88c460d-539d-4987-a9c8-d95e779f98d2" providerId="ADAL" clId="{511CB064-80A3-4D75-AB36-65FC1A28D9CE}" dt="2026-08-10T17:45:21.994" v="1346" actId="478"/>
          <ac:spMkLst>
            <pc:docMk/>
            <pc:sldMk cId="3525132808" sldId="326"/>
            <ac:spMk id="3" creationId="{F7E2B09C-6D56-4C9F-A364-B904CCE2F1A0}"/>
          </ac:spMkLst>
        </pc:spChg>
        <pc:spChg chg="add mod">
          <ac:chgData name="Bryan Fernando Sarango Rodriguez" userId="b88c460d-539d-4987-a9c8-d95e779f98d2" providerId="ADAL" clId="{511CB064-80A3-4D75-AB36-65FC1A28D9CE}" dt="2026-08-10T17:45:21.994" v="1346" actId="478"/>
          <ac:spMkLst>
            <pc:docMk/>
            <pc:sldMk cId="3525132808" sldId="326"/>
            <ac:spMk id="5" creationId="{DF5FFB81-7239-52E7-3924-D0083156A2A3}"/>
          </ac:spMkLst>
        </pc:spChg>
      </pc:sldChg>
      <pc:sldChg chg="add del">
        <pc:chgData name="Bryan Fernando Sarango Rodriguez" userId="b88c460d-539d-4987-a9c8-d95e779f98d2" providerId="ADAL" clId="{511CB064-80A3-4D75-AB36-65FC1A28D9CE}" dt="2026-08-10T17:19:19.486" v="1279" actId="2696"/>
        <pc:sldMkLst>
          <pc:docMk/>
          <pc:sldMk cId="754983397" sldId="327"/>
        </pc:sldMkLst>
      </pc:sldChg>
      <pc:sldChg chg="add del mod modShow">
        <pc:chgData name="Bryan Fernando Sarango Rodriguez" userId="b88c460d-539d-4987-a9c8-d95e779f98d2" providerId="ADAL" clId="{511CB064-80A3-4D75-AB36-65FC1A28D9CE}" dt="2026-08-10T17:45:49.443" v="1348" actId="2696"/>
        <pc:sldMkLst>
          <pc:docMk/>
          <pc:sldMk cId="2666486356" sldId="328"/>
        </pc:sldMkLst>
      </pc:sldChg>
      <pc:sldChg chg="add del mod modShow">
        <pc:chgData name="Bryan Fernando Sarango Rodriguez" userId="b88c460d-539d-4987-a9c8-d95e779f98d2" providerId="ADAL" clId="{511CB064-80A3-4D75-AB36-65FC1A28D9CE}" dt="2026-08-10T17:46:03.682" v="1350" actId="2696"/>
        <pc:sldMkLst>
          <pc:docMk/>
          <pc:sldMk cId="3926523427" sldId="329"/>
        </pc:sldMkLst>
      </pc:sldChg>
      <pc:sldChg chg="add del mod modShow">
        <pc:chgData name="Bryan Fernando Sarango Rodriguez" userId="b88c460d-539d-4987-a9c8-d95e779f98d2" providerId="ADAL" clId="{511CB064-80A3-4D75-AB36-65FC1A28D9CE}" dt="2026-08-10T17:46:40.233" v="1353" actId="2696"/>
        <pc:sldMkLst>
          <pc:docMk/>
          <pc:sldMk cId="1600115289" sldId="330"/>
        </pc:sldMkLst>
      </pc:sldChg>
      <pc:sldChg chg="addSp modSp add mod ord modShow modNotesTx">
        <pc:chgData name="Bryan Fernando Sarango Rodriguez" userId="b88c460d-539d-4987-a9c8-d95e779f98d2" providerId="ADAL" clId="{511CB064-80A3-4D75-AB36-65FC1A28D9CE}" dt="2026-08-16T18:53:10.685" v="2164" actId="27636"/>
        <pc:sldMkLst>
          <pc:docMk/>
          <pc:sldMk cId="2844398315" sldId="331"/>
        </pc:sldMkLst>
        <pc:spChg chg="mod">
          <ac:chgData name="Bryan Fernando Sarango Rodriguez" userId="b88c460d-539d-4987-a9c8-d95e779f98d2" providerId="ADAL" clId="{511CB064-80A3-4D75-AB36-65FC1A28D9CE}" dt="2026-08-07T19:53:39.254" v="699"/>
          <ac:spMkLst>
            <pc:docMk/>
            <pc:sldMk cId="2844398315" sldId="331"/>
            <ac:spMk id="2" creationId="{7F5FF925-67DE-CC62-E869-C6E3C1D771E6}"/>
          </ac:spMkLst>
        </pc:spChg>
        <pc:spChg chg="mod">
          <ac:chgData name="Bryan Fernando Sarango Rodriguez" userId="b88c460d-539d-4987-a9c8-d95e779f98d2" providerId="ADAL" clId="{511CB064-80A3-4D75-AB36-65FC1A28D9CE}" dt="2026-08-16T18:53:10.685" v="2164" actId="27636"/>
          <ac:spMkLst>
            <pc:docMk/>
            <pc:sldMk cId="2844398315" sldId="331"/>
            <ac:spMk id="3" creationId="{7DA84068-671A-9D40-4F76-2C57E4F720C2}"/>
          </ac:spMkLst>
        </pc:spChg>
        <pc:picChg chg="add mod">
          <ac:chgData name="Bryan Fernando Sarango Rodriguez" userId="b88c460d-539d-4987-a9c8-d95e779f98d2" providerId="ADAL" clId="{511CB064-80A3-4D75-AB36-65FC1A28D9CE}" dt="2026-08-11T13:13:23.762" v="1511" actId="1076"/>
          <ac:picMkLst>
            <pc:docMk/>
            <pc:sldMk cId="2844398315" sldId="331"/>
            <ac:picMk id="5" creationId="{4B71838E-6F43-69C0-1FA2-174DA265DDD7}"/>
          </ac:picMkLst>
        </pc:picChg>
      </pc:sldChg>
      <pc:sldChg chg="addSp delSp modSp add mod ord modNotesTx">
        <pc:chgData name="Bryan Fernando Sarango Rodriguez" userId="b88c460d-539d-4987-a9c8-d95e779f98d2" providerId="ADAL" clId="{511CB064-80A3-4D75-AB36-65FC1A28D9CE}" dt="2026-08-16T19:11:00.615" v="2176" actId="27636"/>
        <pc:sldMkLst>
          <pc:docMk/>
          <pc:sldMk cId="4177544085" sldId="332"/>
        </pc:sldMkLst>
        <pc:spChg chg="mod">
          <ac:chgData name="Bryan Fernando Sarango Rodriguez" userId="b88c460d-539d-4987-a9c8-d95e779f98d2" providerId="ADAL" clId="{511CB064-80A3-4D75-AB36-65FC1A28D9CE}" dt="2026-08-16T19:11:00.615" v="2176" actId="27636"/>
          <ac:spMkLst>
            <pc:docMk/>
            <pc:sldMk cId="4177544085" sldId="332"/>
            <ac:spMk id="3" creationId="{A9FDF00C-07E3-57DD-2C43-753297609C4B}"/>
          </ac:spMkLst>
        </pc:spChg>
        <pc:picChg chg="del">
          <ac:chgData name="Bryan Fernando Sarango Rodriguez" userId="b88c460d-539d-4987-a9c8-d95e779f98d2" providerId="ADAL" clId="{511CB064-80A3-4D75-AB36-65FC1A28D9CE}" dt="2026-08-10T14:31:38.852" v="885" actId="478"/>
          <ac:picMkLst>
            <pc:docMk/>
            <pc:sldMk cId="4177544085" sldId="332"/>
            <ac:picMk id="5" creationId="{4D3A5552-21BD-9100-589B-AEF70C2AF5D5}"/>
          </ac:picMkLst>
        </pc:picChg>
        <pc:picChg chg="add mod">
          <ac:chgData name="Bryan Fernando Sarango Rodriguez" userId="b88c460d-539d-4987-a9c8-d95e779f98d2" providerId="ADAL" clId="{511CB064-80A3-4D75-AB36-65FC1A28D9CE}" dt="2026-08-11T13:51:34.889" v="1665" actId="1076"/>
          <ac:picMkLst>
            <pc:docMk/>
            <pc:sldMk cId="4177544085" sldId="332"/>
            <ac:picMk id="6" creationId="{B8FB32AD-EAB9-4081-5C72-7646E9AF1308}"/>
          </ac:picMkLst>
        </pc:picChg>
        <pc:picChg chg="del">
          <ac:chgData name="Bryan Fernando Sarango Rodriguez" userId="b88c460d-539d-4987-a9c8-d95e779f98d2" providerId="ADAL" clId="{511CB064-80A3-4D75-AB36-65FC1A28D9CE}" dt="2026-08-10T14:31:39.628" v="886" actId="478"/>
          <ac:picMkLst>
            <pc:docMk/>
            <pc:sldMk cId="4177544085" sldId="332"/>
            <ac:picMk id="7" creationId="{6487BA38-728B-2454-8521-86A82314809F}"/>
          </ac:picMkLst>
        </pc:picChg>
        <pc:picChg chg="add mod">
          <ac:chgData name="Bryan Fernando Sarango Rodriguez" userId="b88c460d-539d-4987-a9c8-d95e779f98d2" providerId="ADAL" clId="{511CB064-80A3-4D75-AB36-65FC1A28D9CE}" dt="2026-08-11T13:51:42.842" v="1668" actId="1076"/>
          <ac:picMkLst>
            <pc:docMk/>
            <pc:sldMk cId="4177544085" sldId="332"/>
            <ac:picMk id="9" creationId="{DED74BDF-A563-B495-BCF9-A7554F0E5625}"/>
          </ac:picMkLst>
        </pc:picChg>
        <pc:picChg chg="add del mod">
          <ac:chgData name="Bryan Fernando Sarango Rodriguez" userId="b88c460d-539d-4987-a9c8-d95e779f98d2" providerId="ADAL" clId="{511CB064-80A3-4D75-AB36-65FC1A28D9CE}" dt="2026-08-11T13:51:26.993" v="1663" actId="478"/>
          <ac:picMkLst>
            <pc:docMk/>
            <pc:sldMk cId="4177544085" sldId="332"/>
            <ac:picMk id="11" creationId="{196C378C-DFE2-0C84-D220-7ED55B9FC537}"/>
          </ac:picMkLst>
        </pc:picChg>
      </pc:sldChg>
      <pc:sldChg chg="addSp delSp modSp add mod ord modShow">
        <pc:chgData name="Bryan Fernando Sarango Rodriguez" userId="b88c460d-539d-4987-a9c8-d95e779f98d2" providerId="ADAL" clId="{511CB064-80A3-4D75-AB36-65FC1A28D9CE}" dt="2026-08-16T19:28:47.163" v="2177" actId="729"/>
        <pc:sldMkLst>
          <pc:docMk/>
          <pc:sldMk cId="3547160376" sldId="333"/>
        </pc:sldMkLst>
        <pc:spChg chg="mod">
          <ac:chgData name="Bryan Fernando Sarango Rodriguez" userId="b88c460d-539d-4987-a9c8-d95e779f98d2" providerId="ADAL" clId="{511CB064-80A3-4D75-AB36-65FC1A28D9CE}" dt="2026-08-11T13:58:36.461" v="1734" actId="20577"/>
          <ac:spMkLst>
            <pc:docMk/>
            <pc:sldMk cId="3547160376" sldId="333"/>
            <ac:spMk id="3" creationId="{A9FDF00C-07E3-57DD-2C43-753297609C4B}"/>
          </ac:spMkLst>
        </pc:spChg>
        <pc:picChg chg="add mod">
          <ac:chgData name="Bryan Fernando Sarango Rodriguez" userId="b88c460d-539d-4987-a9c8-d95e779f98d2" providerId="ADAL" clId="{511CB064-80A3-4D75-AB36-65FC1A28D9CE}" dt="2026-08-11T13:58:39.802" v="1736" actId="1076"/>
          <ac:picMkLst>
            <pc:docMk/>
            <pc:sldMk cId="3547160376" sldId="333"/>
            <ac:picMk id="5" creationId="{D42BE48C-75E9-2D49-4BEF-47CE6E63E4CF}"/>
          </ac:picMkLst>
        </pc:picChg>
        <pc:picChg chg="del mod">
          <ac:chgData name="Bryan Fernando Sarango Rodriguez" userId="b88c460d-539d-4987-a9c8-d95e779f98d2" providerId="ADAL" clId="{511CB064-80A3-4D75-AB36-65FC1A28D9CE}" dt="2026-08-10T15:10:12.779" v="1065" actId="478"/>
          <ac:picMkLst>
            <pc:docMk/>
            <pc:sldMk cId="3547160376" sldId="333"/>
            <ac:picMk id="6" creationId="{B8FB32AD-EAB9-4081-5C72-7646E9AF1308}"/>
          </ac:picMkLst>
        </pc:picChg>
        <pc:picChg chg="del">
          <ac:chgData name="Bryan Fernando Sarango Rodriguez" userId="b88c460d-539d-4987-a9c8-d95e779f98d2" providerId="ADAL" clId="{511CB064-80A3-4D75-AB36-65FC1A28D9CE}" dt="2026-08-10T15:10:14.967" v="1066" actId="478"/>
          <ac:picMkLst>
            <pc:docMk/>
            <pc:sldMk cId="3547160376" sldId="333"/>
            <ac:picMk id="9" creationId="{DED74BDF-A563-B495-BCF9-A7554F0E5625}"/>
          </ac:picMkLst>
        </pc:picChg>
        <pc:picChg chg="mod">
          <ac:chgData name="Bryan Fernando Sarango Rodriguez" userId="b88c460d-539d-4987-a9c8-d95e779f98d2" providerId="ADAL" clId="{511CB064-80A3-4D75-AB36-65FC1A28D9CE}" dt="2026-08-11T13:58:38.139" v="1735" actId="1076"/>
          <ac:picMkLst>
            <pc:docMk/>
            <pc:sldMk cId="3547160376" sldId="333"/>
            <ac:picMk id="11" creationId="{196C378C-DFE2-0C84-D220-7ED55B9FC537}"/>
          </ac:picMkLst>
        </pc:picChg>
      </pc:sldChg>
      <pc:sldChg chg="add mod modShow">
        <pc:chgData name="Bryan Fernando Sarango Rodriguez" userId="b88c460d-539d-4987-a9c8-d95e779f98d2" providerId="ADAL" clId="{511CB064-80A3-4D75-AB36-65FC1A28D9CE}" dt="2026-08-10T15:36:32.456" v="1152" actId="729"/>
        <pc:sldMkLst>
          <pc:docMk/>
          <pc:sldMk cId="538274916" sldId="334"/>
        </pc:sldMkLst>
      </pc:sldChg>
      <pc:sldChg chg="addSp delSp modSp add mod ord modNotesTx">
        <pc:chgData name="Bryan Fernando Sarango Rodriguez" userId="b88c460d-539d-4987-a9c8-d95e779f98d2" providerId="ADAL" clId="{511CB064-80A3-4D75-AB36-65FC1A28D9CE}" dt="2026-08-11T14:09:16.768" v="1796" actId="113"/>
        <pc:sldMkLst>
          <pc:docMk/>
          <pc:sldMk cId="3440147537" sldId="335"/>
        </pc:sldMkLst>
        <pc:spChg chg="mod">
          <ac:chgData name="Bryan Fernando Sarango Rodriguez" userId="b88c460d-539d-4987-a9c8-d95e779f98d2" providerId="ADAL" clId="{511CB064-80A3-4D75-AB36-65FC1A28D9CE}" dt="2026-08-10T15:36:46.376" v="1154"/>
          <ac:spMkLst>
            <pc:docMk/>
            <pc:sldMk cId="3440147537" sldId="335"/>
            <ac:spMk id="2" creationId="{94AB8438-E56E-2412-517C-8456E4CA773C}"/>
          </ac:spMkLst>
        </pc:spChg>
        <pc:spChg chg="mod">
          <ac:chgData name="Bryan Fernando Sarango Rodriguez" userId="b88c460d-539d-4987-a9c8-d95e779f98d2" providerId="ADAL" clId="{511CB064-80A3-4D75-AB36-65FC1A28D9CE}" dt="2026-08-11T14:09:16.768" v="1796" actId="113"/>
          <ac:spMkLst>
            <pc:docMk/>
            <pc:sldMk cId="3440147537" sldId="335"/>
            <ac:spMk id="3" creationId="{F7E2B09C-6D56-4C9F-A364-B904CCE2F1A0}"/>
          </ac:spMkLst>
        </pc:spChg>
        <pc:picChg chg="del">
          <ac:chgData name="Bryan Fernando Sarango Rodriguez" userId="b88c460d-539d-4987-a9c8-d95e779f98d2" providerId="ADAL" clId="{511CB064-80A3-4D75-AB36-65FC1A28D9CE}" dt="2026-08-10T15:42:00.822" v="1169" actId="478"/>
          <ac:picMkLst>
            <pc:docMk/>
            <pc:sldMk cId="3440147537" sldId="335"/>
            <ac:picMk id="5" creationId="{27CC860E-3007-C0C7-C4E6-0C1C88373C95}"/>
          </ac:picMkLst>
        </pc:picChg>
        <pc:picChg chg="add mod">
          <ac:chgData name="Bryan Fernando Sarango Rodriguez" userId="b88c460d-539d-4987-a9c8-d95e779f98d2" providerId="ADAL" clId="{511CB064-80A3-4D75-AB36-65FC1A28D9CE}" dt="2026-08-11T14:07:06.195" v="1777" actId="1076"/>
          <ac:picMkLst>
            <pc:docMk/>
            <pc:sldMk cId="3440147537" sldId="335"/>
            <ac:picMk id="6" creationId="{01902445-D3DD-6533-D836-A7A6B8C0B735}"/>
          </ac:picMkLst>
        </pc:picChg>
      </pc:sldChg>
      <pc:sldChg chg="add del">
        <pc:chgData name="Bryan Fernando Sarango Rodriguez" userId="b88c460d-539d-4987-a9c8-d95e779f98d2" providerId="ADAL" clId="{511CB064-80A3-4D75-AB36-65FC1A28D9CE}" dt="2026-08-10T17:45:59.841" v="1349" actId="2696"/>
        <pc:sldMkLst>
          <pc:docMk/>
          <pc:sldMk cId="400321294" sldId="336"/>
        </pc:sldMkLst>
      </pc:sldChg>
      <pc:sldChg chg="add mod modShow">
        <pc:chgData name="Bryan Fernando Sarango Rodriguez" userId="b88c460d-539d-4987-a9c8-d95e779f98d2" providerId="ADAL" clId="{511CB064-80A3-4D75-AB36-65FC1A28D9CE}" dt="2026-08-11T14:28:52.038" v="1862" actId="729"/>
        <pc:sldMkLst>
          <pc:docMk/>
          <pc:sldMk cId="1303045700" sldId="337"/>
        </pc:sldMkLst>
      </pc:sldChg>
      <pc:sldChg chg="addSp delSp modSp add mod ord">
        <pc:chgData name="Bryan Fernando Sarango Rodriguez" userId="b88c460d-539d-4987-a9c8-d95e779f98d2" providerId="ADAL" clId="{511CB064-80A3-4D75-AB36-65FC1A28D9CE}" dt="2026-08-11T14:32:31.183" v="1929" actId="207"/>
        <pc:sldMkLst>
          <pc:docMk/>
          <pc:sldMk cId="1071408735" sldId="338"/>
        </pc:sldMkLst>
        <pc:spChg chg="mod">
          <ac:chgData name="Bryan Fernando Sarango Rodriguez" userId="b88c460d-539d-4987-a9c8-d95e779f98d2" providerId="ADAL" clId="{511CB064-80A3-4D75-AB36-65FC1A28D9CE}" dt="2026-08-11T14:26:55.012" v="1844" actId="20577"/>
          <ac:spMkLst>
            <pc:docMk/>
            <pc:sldMk cId="1071408735" sldId="338"/>
            <ac:spMk id="2" creationId="{94AB8438-E56E-2412-517C-8456E4CA773C}"/>
          </ac:spMkLst>
        </pc:spChg>
        <pc:spChg chg="mod">
          <ac:chgData name="Bryan Fernando Sarango Rodriguez" userId="b88c460d-539d-4987-a9c8-d95e779f98d2" providerId="ADAL" clId="{511CB064-80A3-4D75-AB36-65FC1A28D9CE}" dt="2026-08-11T14:32:31.183" v="1929" actId="207"/>
          <ac:spMkLst>
            <pc:docMk/>
            <pc:sldMk cId="1071408735" sldId="338"/>
            <ac:spMk id="3" creationId="{F7E2B09C-6D56-4C9F-A364-B904CCE2F1A0}"/>
          </ac:spMkLst>
        </pc:spChg>
        <pc:spChg chg="add del">
          <ac:chgData name="Bryan Fernando Sarango Rodriguez" userId="b88c460d-539d-4987-a9c8-d95e779f98d2" providerId="ADAL" clId="{511CB064-80A3-4D75-AB36-65FC1A28D9CE}" dt="2026-08-11T14:31:36.372" v="1916" actId="22"/>
          <ac:spMkLst>
            <pc:docMk/>
            <pc:sldMk cId="1071408735" sldId="338"/>
            <ac:spMk id="5" creationId="{0098853E-FF41-2AD9-4C5E-845382F91323}"/>
          </ac:spMkLst>
        </pc:spChg>
        <pc:spChg chg="add del">
          <ac:chgData name="Bryan Fernando Sarango Rodriguez" userId="b88c460d-539d-4987-a9c8-d95e779f98d2" providerId="ADAL" clId="{511CB064-80A3-4D75-AB36-65FC1A28D9CE}" dt="2026-08-11T14:31:44.271" v="1918" actId="22"/>
          <ac:spMkLst>
            <pc:docMk/>
            <pc:sldMk cId="1071408735" sldId="338"/>
            <ac:spMk id="7" creationId="{A8E37D5F-FE82-FC61-2D59-162550A1679C}"/>
          </ac:spMkLst>
        </pc:spChg>
        <pc:picChg chg="del">
          <ac:chgData name="Bryan Fernando Sarango Rodriguez" userId="b88c460d-539d-4987-a9c8-d95e779f98d2" providerId="ADAL" clId="{511CB064-80A3-4D75-AB36-65FC1A28D9CE}" dt="2026-08-10T17:10:24.263" v="1235" actId="478"/>
          <ac:picMkLst>
            <pc:docMk/>
            <pc:sldMk cId="1071408735" sldId="338"/>
            <ac:picMk id="5" creationId="{971E134F-6858-9AC9-5663-523F79D7A743}"/>
          </ac:picMkLst>
        </pc:picChg>
        <pc:picChg chg="add mod">
          <ac:chgData name="Bryan Fernando Sarango Rodriguez" userId="b88c460d-539d-4987-a9c8-d95e779f98d2" providerId="ADAL" clId="{511CB064-80A3-4D75-AB36-65FC1A28D9CE}" dt="2026-08-11T14:32:22.286" v="1928" actId="1076"/>
          <ac:picMkLst>
            <pc:docMk/>
            <pc:sldMk cId="1071408735" sldId="338"/>
            <ac:picMk id="8" creationId="{7319C084-3952-340B-C73D-22F856485BDA}"/>
          </ac:picMkLst>
        </pc:picChg>
      </pc:sldChg>
      <pc:sldChg chg="modSp new del mod">
        <pc:chgData name="Bryan Fernando Sarango Rodriguez" userId="b88c460d-539d-4987-a9c8-d95e779f98d2" providerId="ADAL" clId="{511CB064-80A3-4D75-AB36-65FC1A28D9CE}" dt="2026-08-10T17:10:01.174" v="1230" actId="47"/>
        <pc:sldMkLst>
          <pc:docMk/>
          <pc:sldMk cId="2905141396" sldId="338"/>
        </pc:sldMkLst>
        <pc:spChg chg="mod">
          <ac:chgData name="Bryan Fernando Sarango Rodriguez" userId="b88c460d-539d-4987-a9c8-d95e779f98d2" providerId="ADAL" clId="{511CB064-80A3-4D75-AB36-65FC1A28D9CE}" dt="2026-08-10T17:09:53.464" v="1229"/>
          <ac:spMkLst>
            <pc:docMk/>
            <pc:sldMk cId="2905141396" sldId="338"/>
            <ac:spMk id="2" creationId="{432EDB93-FAC2-99A0-6000-59FC4B8AC520}"/>
          </ac:spMkLst>
        </pc:spChg>
      </pc:sldChg>
      <pc:sldChg chg="delSp modSp add mod ord">
        <pc:chgData name="Bryan Fernando Sarango Rodriguez" userId="b88c460d-539d-4987-a9c8-d95e779f98d2" providerId="ADAL" clId="{511CB064-80A3-4D75-AB36-65FC1A28D9CE}" dt="2026-08-16T19:58:44.587" v="2194" actId="20577"/>
        <pc:sldMkLst>
          <pc:docMk/>
          <pc:sldMk cId="2936044430" sldId="339"/>
        </pc:sldMkLst>
        <pc:spChg chg="mod">
          <ac:chgData name="Bryan Fernando Sarango Rodriguez" userId="b88c460d-539d-4987-a9c8-d95e779f98d2" providerId="ADAL" clId="{511CB064-80A3-4D75-AB36-65FC1A28D9CE}" dt="2026-08-10T17:14:30.433" v="1245" actId="20577"/>
          <ac:spMkLst>
            <pc:docMk/>
            <pc:sldMk cId="2936044430" sldId="339"/>
            <ac:spMk id="2" creationId="{94AB8438-E56E-2412-517C-8456E4CA773C}"/>
          </ac:spMkLst>
        </pc:spChg>
        <pc:spChg chg="mod">
          <ac:chgData name="Bryan Fernando Sarango Rodriguez" userId="b88c460d-539d-4987-a9c8-d95e779f98d2" providerId="ADAL" clId="{511CB064-80A3-4D75-AB36-65FC1A28D9CE}" dt="2026-08-16T19:58:44.587" v="2194" actId="20577"/>
          <ac:spMkLst>
            <pc:docMk/>
            <pc:sldMk cId="2936044430" sldId="339"/>
            <ac:spMk id="3" creationId="{F7E2B09C-6D56-4C9F-A364-B904CCE2F1A0}"/>
          </ac:spMkLst>
        </pc:spChg>
        <pc:picChg chg="del">
          <ac:chgData name="Bryan Fernando Sarango Rodriguez" userId="b88c460d-539d-4987-a9c8-d95e779f98d2" providerId="ADAL" clId="{511CB064-80A3-4D75-AB36-65FC1A28D9CE}" dt="2026-08-10T17:16:21.971" v="1246" actId="478"/>
          <ac:picMkLst>
            <pc:docMk/>
            <pc:sldMk cId="2936044430" sldId="339"/>
            <ac:picMk id="5" creationId="{971E134F-6858-9AC9-5663-523F79D7A743}"/>
          </ac:picMkLst>
        </pc:picChg>
      </pc:sldChg>
      <pc:sldChg chg="delSp modSp add mod modShow">
        <pc:chgData name="Bryan Fernando Sarango Rodriguez" userId="b88c460d-539d-4987-a9c8-d95e779f98d2" providerId="ADAL" clId="{511CB064-80A3-4D75-AB36-65FC1A28D9CE}" dt="2026-08-11T14:29:07.760" v="1866" actId="729"/>
        <pc:sldMkLst>
          <pc:docMk/>
          <pc:sldMk cId="795432720" sldId="340"/>
        </pc:sldMkLst>
        <pc:spChg chg="mod">
          <ac:chgData name="Bryan Fernando Sarango Rodriguez" userId="b88c460d-539d-4987-a9c8-d95e779f98d2" providerId="ADAL" clId="{511CB064-80A3-4D75-AB36-65FC1A28D9CE}" dt="2026-08-10T18:37:17.781" v="1364" actId="20577"/>
          <ac:spMkLst>
            <pc:docMk/>
            <pc:sldMk cId="795432720" sldId="340"/>
            <ac:spMk id="2" creationId="{94AB8438-E56E-2412-517C-8456E4CA773C}"/>
          </ac:spMkLst>
        </pc:spChg>
        <pc:spChg chg="mod">
          <ac:chgData name="Bryan Fernando Sarango Rodriguez" userId="b88c460d-539d-4987-a9c8-d95e779f98d2" providerId="ADAL" clId="{511CB064-80A3-4D75-AB36-65FC1A28D9CE}" dt="2026-08-10T18:39:02.640" v="1391" actId="20577"/>
          <ac:spMkLst>
            <pc:docMk/>
            <pc:sldMk cId="795432720" sldId="340"/>
            <ac:spMk id="3" creationId="{F7E2B09C-6D56-4C9F-A364-B904CCE2F1A0}"/>
          </ac:spMkLst>
        </pc:spChg>
        <pc:picChg chg="del">
          <ac:chgData name="Bryan Fernando Sarango Rodriguez" userId="b88c460d-539d-4987-a9c8-d95e779f98d2" providerId="ADAL" clId="{511CB064-80A3-4D75-AB36-65FC1A28D9CE}" dt="2026-08-10T18:37:37.432" v="1370" actId="478"/>
          <ac:picMkLst>
            <pc:docMk/>
            <pc:sldMk cId="795432720" sldId="340"/>
            <ac:picMk id="5" creationId="{971E134F-6858-9AC9-5663-523F79D7A743}"/>
          </ac:picMkLst>
        </pc:picChg>
      </pc:sldChg>
      <pc:sldChg chg="addSp modSp add mod modShow">
        <pc:chgData name="Bryan Fernando Sarango Rodriguez" userId="b88c460d-539d-4987-a9c8-d95e779f98d2" providerId="ADAL" clId="{511CB064-80A3-4D75-AB36-65FC1A28D9CE}" dt="2026-08-10T19:29:49.766" v="1456" actId="729"/>
        <pc:sldMkLst>
          <pc:docMk/>
          <pc:sldMk cId="2373474600" sldId="341"/>
        </pc:sldMkLst>
        <pc:spChg chg="mod">
          <ac:chgData name="Bryan Fernando Sarango Rodriguez" userId="b88c460d-539d-4987-a9c8-d95e779f98d2" providerId="ADAL" clId="{511CB064-80A3-4D75-AB36-65FC1A28D9CE}" dt="2026-08-10T19:10:15.285" v="1434" actId="27636"/>
          <ac:spMkLst>
            <pc:docMk/>
            <pc:sldMk cId="2373474600" sldId="341"/>
            <ac:spMk id="3" creationId="{F7E2B09C-6D56-4C9F-A364-B904CCE2F1A0}"/>
          </ac:spMkLst>
        </pc:spChg>
        <pc:picChg chg="add mod">
          <ac:chgData name="Bryan Fernando Sarango Rodriguez" userId="b88c460d-539d-4987-a9c8-d95e779f98d2" providerId="ADAL" clId="{511CB064-80A3-4D75-AB36-65FC1A28D9CE}" dt="2026-08-10T18:41:23.903" v="1397" actId="14100"/>
          <ac:picMkLst>
            <pc:docMk/>
            <pc:sldMk cId="2373474600" sldId="341"/>
            <ac:picMk id="5" creationId="{8E8A1020-773E-690D-57F0-CB5E5C88FF65}"/>
          </ac:picMkLst>
        </pc:picChg>
      </pc:sldChg>
      <pc:sldChg chg="addSp delSp modSp add mod ord">
        <pc:chgData name="Bryan Fernando Sarango Rodriguez" userId="b88c460d-539d-4987-a9c8-d95e779f98d2" providerId="ADAL" clId="{511CB064-80A3-4D75-AB36-65FC1A28D9CE}" dt="2026-08-11T16:08:59.578" v="2101" actId="27636"/>
        <pc:sldMkLst>
          <pc:docMk/>
          <pc:sldMk cId="4112062912" sldId="342"/>
        </pc:sldMkLst>
        <pc:spChg chg="del mod">
          <ac:chgData name="Bryan Fernando Sarango Rodriguez" userId="b88c460d-539d-4987-a9c8-d95e779f98d2" providerId="ADAL" clId="{511CB064-80A3-4D75-AB36-65FC1A28D9CE}" dt="2026-08-10T19:28:00.940" v="1447" actId="478"/>
          <ac:spMkLst>
            <pc:docMk/>
            <pc:sldMk cId="4112062912" sldId="342"/>
            <ac:spMk id="3" creationId="{F7E2B09C-6D56-4C9F-A364-B904CCE2F1A0}"/>
          </ac:spMkLst>
        </pc:spChg>
        <pc:spChg chg="add del mod">
          <ac:chgData name="Bryan Fernando Sarango Rodriguez" userId="b88c460d-539d-4987-a9c8-d95e779f98d2" providerId="ADAL" clId="{511CB064-80A3-4D75-AB36-65FC1A28D9CE}" dt="2026-08-10T19:28:02.981" v="1448"/>
          <ac:spMkLst>
            <pc:docMk/>
            <pc:sldMk cId="4112062912" sldId="342"/>
            <ac:spMk id="10" creationId="{1CFE0600-4471-9E5A-6B61-9062822D4516}"/>
          </ac:spMkLst>
        </pc:spChg>
        <pc:spChg chg="add mod">
          <ac:chgData name="Bryan Fernando Sarango Rodriguez" userId="b88c460d-539d-4987-a9c8-d95e779f98d2" providerId="ADAL" clId="{511CB064-80A3-4D75-AB36-65FC1A28D9CE}" dt="2026-08-11T16:08:59.578" v="2101" actId="27636"/>
          <ac:spMkLst>
            <pc:docMk/>
            <pc:sldMk cId="4112062912" sldId="342"/>
            <ac:spMk id="11" creationId="{A97622AE-2114-5C88-E382-AD26FF5E4BB1}"/>
          </ac:spMkLst>
        </pc:spChg>
        <pc:picChg chg="del mod">
          <ac:chgData name="Bryan Fernando Sarango Rodriguez" userId="b88c460d-539d-4987-a9c8-d95e779f98d2" providerId="ADAL" clId="{511CB064-80A3-4D75-AB36-65FC1A28D9CE}" dt="2026-08-10T19:26:47.019" v="1440" actId="478"/>
          <ac:picMkLst>
            <pc:docMk/>
            <pc:sldMk cId="4112062912" sldId="342"/>
            <ac:picMk id="5" creationId="{8E8A1020-773E-690D-57F0-CB5E5C88FF65}"/>
          </ac:picMkLst>
        </pc:picChg>
        <pc:picChg chg="add mod ord">
          <ac:chgData name="Bryan Fernando Sarango Rodriguez" userId="b88c460d-539d-4987-a9c8-d95e779f98d2" providerId="ADAL" clId="{511CB064-80A3-4D75-AB36-65FC1A28D9CE}" dt="2026-08-10T19:28:18.848" v="1455" actId="1076"/>
          <ac:picMkLst>
            <pc:docMk/>
            <pc:sldMk cId="4112062912" sldId="342"/>
            <ac:picMk id="6" creationId="{4CCE75CA-1A5A-E17A-A7D2-369A66B9BE2C}"/>
          </ac:picMkLst>
        </pc:picChg>
        <pc:picChg chg="add mod modCrop">
          <ac:chgData name="Bryan Fernando Sarango Rodriguez" userId="b88c460d-539d-4987-a9c8-d95e779f98d2" providerId="ADAL" clId="{511CB064-80A3-4D75-AB36-65FC1A28D9CE}" dt="2026-08-10T19:28:12.638" v="1452" actId="1076"/>
          <ac:picMkLst>
            <pc:docMk/>
            <pc:sldMk cId="4112062912" sldId="342"/>
            <ac:picMk id="8" creationId="{3A8131C4-C3BD-5EDC-7385-D01972162CD0}"/>
          </ac:picMkLst>
        </pc:picChg>
      </pc:sldChg>
      <pc:sldChg chg="add">
        <pc:chgData name="Bryan Fernando Sarango Rodriguez" userId="b88c460d-539d-4987-a9c8-d95e779f98d2" providerId="ADAL" clId="{511CB064-80A3-4D75-AB36-65FC1A28D9CE}" dt="2026-08-11T17:41:24.656" v="2103" actId="2890"/>
        <pc:sldMkLst>
          <pc:docMk/>
          <pc:sldMk cId="3043397310" sldId="34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17/08/2026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fontAlgn="base"/>
            <a:r>
              <a:rPr lang="pt-BR" dirty="0"/>
              <a:t>* </a:t>
            </a:r>
            <a:r>
              <a:rPr lang="pt-BR" dirty="0" err="1"/>
              <a:t>Q-Learning</a:t>
            </a:r>
            <a:r>
              <a:rPr lang="pt-BR" dirty="0"/>
              <a:t> é um algoritmo de aprendizado por reforço que permite a um agente aprender, por tentativa e erro, uma política ótima de ações dentro de um ambiente desconhecido e estocástico.</a:t>
            </a:r>
          </a:p>
          <a:p>
            <a:pPr algn="just" fontAlgn="base"/>
            <a:endParaRPr lang="pt-BR" dirty="0"/>
          </a:p>
          <a:p>
            <a:pPr algn="just" fontAlgn="base"/>
            <a:r>
              <a:rPr lang="pt-BR" dirty="0"/>
              <a:t>* é amplamente utilizado em problemas de tomada de decisão sequencial, como jogos, controle de robôs e otimização de sistemas complexos, veículos autônomos.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920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pt-BR" dirty="0"/>
              <a:t>* Seu funcionamento baseia-se na estimativa de uma função de valor de ação, chamada função Q, que associa cada par estado-ação a um valor numérico representando a utilidade esperada daquela ação — tradicionalmente armazenado em uma tabela de valores Q. </a:t>
            </a:r>
          </a:p>
          <a:p>
            <a:pPr fontAlgn="base"/>
            <a:endParaRPr lang="pt-BR" dirty="0"/>
          </a:p>
          <a:p>
            <a:pPr fontAlgn="base"/>
            <a:r>
              <a:rPr lang="pt-BR" dirty="0"/>
              <a:t>* A cada interação, o agente executa uma ação, observa a recompensa recebida do ambiente e atualiza sua estimativa de valor, aproximando-se progressivamente da política que maximiza a recompensa cumulativa ao longo do tempo.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8177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>
                <a:effectLst/>
                <a:latin typeface="Source Serif 4"/>
              </a:rPr>
              <a:t>Propriedade de Markov: o futuro depende apenas do estado presente, não do histórico completo — é o que torna o problema tratável</a:t>
            </a:r>
            <a:endParaRPr lang="pt-BR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ambiente é probabilístico, o que significa que o estado da transição e a compensação são aleatórios após a execução da ação.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b="1" dirty="0"/>
              <a:t>Ações = </a:t>
            </a:r>
            <a:r>
              <a:rPr lang="pt-BR" dirty="0"/>
              <a:t>Normalmente, as ações que um agente pode realizar são as mesmas em todos os estados.</a:t>
            </a:r>
          </a:p>
          <a:p>
            <a:endParaRPr lang="pt-BR" dirty="0"/>
          </a:p>
          <a:p>
            <a:r>
              <a:rPr lang="pt-BR" b="1" dirty="0"/>
              <a:t>Transições de Estado = </a:t>
            </a:r>
            <a:r>
              <a:rPr lang="pt-BR" dirty="0"/>
              <a:t>A probabilidade de transição de estado é uma representação numérica do movimento de um agente de um estado S para outro estado S' ao realizar a ação A. (s´= passar a um novo estado)</a:t>
            </a:r>
          </a:p>
          <a:p>
            <a:endParaRPr lang="pt-BR" dirty="0"/>
          </a:p>
          <a:p>
            <a:r>
              <a:rPr lang="pt-BR" b="1" dirty="0"/>
              <a:t>Fator de Desconto = </a:t>
            </a:r>
            <a:r>
              <a:rPr lang="pt-BR" dirty="0"/>
              <a:t>Após o agente agir em cada estado, ele recebe uma compensação. Com o passar do tempo, o valor da recompensa diminui, introduzindo o conceito de depreciação.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5075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(4) A equação de expectativa Vπ (s) é o valor esperado Eπ, </a:t>
            </a:r>
            <a:r>
              <a:rPr lang="pt-BR" sz="1200" dirty="0" err="1"/>
              <a:t>Rt</a:t>
            </a:r>
            <a:r>
              <a:rPr lang="pt-BR" sz="1200" dirty="0"/>
              <a:t> + 1 é o valor da recompensa a ser concedida.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6369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Relaciona o valor do estado atual com o valor do estado seguinte; a versão ótima busca a política que maximiza a recompensa esperada.</a:t>
            </a:r>
          </a:p>
          <a:p>
            <a:endParaRPr lang="pt-BR" sz="1200" dirty="0"/>
          </a:p>
          <a:p>
            <a:r>
              <a:rPr lang="pt-BR" sz="1200" dirty="0"/>
              <a:t>Vπ (s) </a:t>
            </a:r>
            <a:r>
              <a:rPr lang="pt-BR" dirty="0"/>
              <a:t>é calculada somando, sobre todas as ações possíveis , o produto de três fatores: </a:t>
            </a:r>
          </a:p>
          <a:p>
            <a:endParaRPr lang="pt-BR" dirty="0"/>
          </a:p>
          <a:p>
            <a:r>
              <a:rPr lang="pt-BR" sz="1200" dirty="0"/>
              <a:t>π (</a:t>
            </a:r>
            <a:r>
              <a:rPr lang="pt-BR" sz="1200" dirty="0" err="1"/>
              <a:t>a|s</a:t>
            </a:r>
            <a:r>
              <a:rPr lang="pt-BR" sz="1200" dirty="0"/>
              <a:t>) = </a:t>
            </a:r>
            <a:r>
              <a:rPr lang="pt-BR" dirty="0"/>
              <a:t>a probabilidade da política escolher a ação, </a:t>
            </a:r>
          </a:p>
          <a:p>
            <a:r>
              <a:rPr lang="pt-BR" dirty="0"/>
              <a:t>R_t+1 = a recompensa imediata, </a:t>
            </a:r>
          </a:p>
          <a:p>
            <a:r>
              <a:rPr lang="pt-BR" b="1" dirty="0"/>
              <a:t>γ =</a:t>
            </a:r>
            <a:r>
              <a:rPr lang="pt-BR" dirty="0"/>
              <a:t> o valor descontado do próximo estado ponderado pela probabilidade de transição.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6204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Vπ (s) </a:t>
            </a:r>
            <a:r>
              <a:rPr lang="pt-BR" dirty="0"/>
              <a:t>é calculada somando, sobre todas as ações possíveis , o produto de três fatores: </a:t>
            </a:r>
          </a:p>
          <a:p>
            <a:endParaRPr lang="pt-BR" dirty="0"/>
          </a:p>
          <a:p>
            <a:r>
              <a:rPr lang="pt-BR" sz="1200" dirty="0"/>
              <a:t>π (</a:t>
            </a:r>
            <a:r>
              <a:rPr lang="pt-BR" sz="1200" dirty="0" err="1"/>
              <a:t>a|s</a:t>
            </a:r>
            <a:r>
              <a:rPr lang="pt-BR" sz="1200" dirty="0"/>
              <a:t>) = </a:t>
            </a:r>
            <a:r>
              <a:rPr lang="pt-BR" dirty="0"/>
              <a:t>a probabilidade da política escolher a ação, </a:t>
            </a:r>
          </a:p>
          <a:p>
            <a:r>
              <a:rPr lang="pt-BR" dirty="0"/>
              <a:t>R_t+1 = a recompensa imediata, </a:t>
            </a:r>
          </a:p>
          <a:p>
            <a:r>
              <a:rPr lang="pt-BR" b="1" dirty="0"/>
              <a:t>γ =</a:t>
            </a:r>
            <a:r>
              <a:rPr lang="pt-BR" dirty="0"/>
              <a:t> o valor descontado do próximo estado ponderado pela probabilidade de transição.</a:t>
            </a:r>
          </a:p>
          <a:p>
            <a:pPr fontAlgn="base"/>
            <a:r>
              <a:rPr lang="pt-BR" sz="1200" dirty="0"/>
              <a:t>A política é definida pela função de valor, e a política que oferece a maior expectativa entre todas as políticas possíveis é considerada a política ótima.</a:t>
            </a:r>
          </a:p>
          <a:p>
            <a:pPr fontAlgn="base"/>
            <a:r>
              <a:rPr lang="pt-BR" sz="1200" dirty="0"/>
              <a:t>A equação de </a:t>
            </a:r>
            <a:r>
              <a:rPr lang="pt-BR" sz="1200" dirty="0" err="1"/>
              <a:t>Bellman</a:t>
            </a:r>
            <a:r>
              <a:rPr lang="pt-BR" sz="1200" dirty="0"/>
              <a:t> ótima representa a política que obtém o valor ótimo usando a função de valor — ou seja, escolhe sempre a ação que maximiza o valor esperado.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1085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valor Q(</a:t>
            </a:r>
            <a:r>
              <a:rPr lang="pt-BR" dirty="0" err="1"/>
              <a:t>s,a</a:t>
            </a:r>
            <a:r>
              <a:rPr lang="pt-BR" dirty="0"/>
              <a:t>) é atualizado somando ao valor existente uma fração (definida pela taxa de aprendizado) da diferença entre a recompensa obtida mais o melhor valor futuro estimado, e o valor Q atual</a:t>
            </a:r>
          </a:p>
          <a:p>
            <a:endParaRPr lang="pt-BR" dirty="0"/>
          </a:p>
          <a:p>
            <a:r>
              <a:rPr lang="pt-BR" b="1" dirty="0"/>
              <a:t>Atualização baseada na melhor ação futura</a:t>
            </a:r>
            <a:br>
              <a:rPr lang="pt-BR" dirty="0"/>
            </a:br>
            <a:r>
              <a:rPr lang="pt-BR" dirty="0"/>
              <a:t>O Q-valor da ação para o estado atual S é atualizado com a soma do valor existente Q(S,A) e uma equação que determina a melhor ação possível no estado atual (usando o operador </a:t>
            </a:r>
            <a:r>
              <a:rPr lang="pt-BR" dirty="0" err="1"/>
              <a:t>max</a:t>
            </a:r>
            <a:r>
              <a:rPr lang="pt-BR" dirty="0"/>
              <a:t>).</a:t>
            </a:r>
          </a:p>
          <a:p>
            <a:endParaRPr lang="pt-BR" dirty="0"/>
          </a:p>
          <a:p>
            <a:r>
              <a:rPr lang="pt-BR" b="1" dirty="0"/>
              <a:t>[R + γ </a:t>
            </a:r>
            <a:r>
              <a:rPr lang="pt-BR" b="1" dirty="0" err="1"/>
              <a:t>max</a:t>
            </a:r>
            <a:r>
              <a:rPr lang="pt-BR" b="1" dirty="0"/>
              <a:t> Q(s', a') − Q(s, a)]</a:t>
            </a:r>
            <a:r>
              <a:rPr lang="pt-BR" dirty="0"/>
              <a:t>Erro de diferença temporal (TD </a:t>
            </a:r>
            <a:r>
              <a:rPr lang="pt-BR" dirty="0" err="1"/>
              <a:t>error</a:t>
            </a:r>
            <a:r>
              <a:rPr lang="pt-BR" dirty="0"/>
              <a:t>): diferença entre o valor estimado atualizado e o valor Q atual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786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valor Q(</a:t>
            </a:r>
            <a:r>
              <a:rPr lang="pt-BR" dirty="0" err="1"/>
              <a:t>s,a</a:t>
            </a:r>
            <a:r>
              <a:rPr lang="pt-BR" dirty="0"/>
              <a:t>) é atualizado somando ao valor existente uma fração (definida pela taxa de aprendizado) da diferença entre a recompensa obtida mais o melhor valor futuro estimado, e o valor Q atual</a:t>
            </a:r>
          </a:p>
          <a:p>
            <a:endParaRPr lang="pt-BR" dirty="0"/>
          </a:p>
          <a:p>
            <a:r>
              <a:rPr lang="pt-BR" b="1" dirty="0"/>
              <a:t>Atualização baseada na melhor ação futura</a:t>
            </a:r>
            <a:br>
              <a:rPr lang="pt-BR" dirty="0"/>
            </a:br>
            <a:r>
              <a:rPr lang="pt-BR" dirty="0"/>
              <a:t>O Q-valor da ação para o estado atual S é atualizado com a soma do valor existente Q(S,A) e uma equação que determina a melhor ação possível no estado atual (usando o operador </a:t>
            </a:r>
            <a:r>
              <a:rPr lang="pt-BR" dirty="0" err="1"/>
              <a:t>max</a:t>
            </a:r>
            <a:r>
              <a:rPr lang="pt-BR" dirty="0"/>
              <a:t>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5351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br>
              <a:rPr lang="pt-BR" dirty="0"/>
            </a:br>
            <a:r>
              <a:rPr lang="pt-BR" b="1" i="1" dirty="0" err="1"/>
              <a:t>Q-Learning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Bryan Fernando Sarango Rodriguez</a:t>
            </a:r>
          </a:p>
          <a:p>
            <a:r>
              <a:rPr lang="pt-BR" dirty="0"/>
              <a:t>bryan.rodriguez@dtel.inatel.br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9EDE9-132B-6C75-C427-78F15EDB8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Contexto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8281BC-2D71-01E8-546D-73309EBEC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3440" cy="4351338"/>
          </a:xfrm>
        </p:spPr>
        <p:txBody>
          <a:bodyPr>
            <a:normAutofit fontScale="92500" lnSpcReduction="10000"/>
          </a:bodyPr>
          <a:lstStyle/>
          <a:p>
            <a:r>
              <a:rPr lang="pt-BR" sz="2800" b="0" dirty="0">
                <a:solidFill>
                  <a:srgbClr val="000000"/>
                </a:solidFill>
                <a:latin typeface="Calibri"/>
              </a:rPr>
              <a:t>Um </a:t>
            </a:r>
            <a:r>
              <a:rPr lang="pt-BR" sz="2800" b="1" dirty="0">
                <a:solidFill>
                  <a:srgbClr val="92D050"/>
                </a:solidFill>
                <a:latin typeface="Calibri"/>
              </a:rPr>
              <a:t>agente</a:t>
            </a:r>
            <a:r>
              <a:rPr lang="pt-BR" sz="2800" b="0" dirty="0">
                <a:solidFill>
                  <a:srgbClr val="000000"/>
                </a:solidFill>
                <a:latin typeface="Calibri"/>
              </a:rPr>
              <a:t> aprende em um </a:t>
            </a:r>
            <a:r>
              <a:rPr lang="pt-BR" sz="2800" b="1" dirty="0">
                <a:solidFill>
                  <a:srgbClr val="92D050"/>
                </a:solidFill>
                <a:latin typeface="Calibri"/>
              </a:rPr>
              <a:t>ambiente</a:t>
            </a:r>
            <a:r>
              <a:rPr lang="pt-BR" sz="2800" b="0" dirty="0">
                <a:solidFill>
                  <a:srgbClr val="000000"/>
                </a:solidFill>
                <a:latin typeface="Calibri"/>
              </a:rPr>
              <a:t> desconhecido, sem mapa e sem respostas prontas.</a:t>
            </a:r>
          </a:p>
          <a:p>
            <a:r>
              <a:rPr lang="pt-BR" sz="2800" b="0" dirty="0">
                <a:solidFill>
                  <a:srgbClr val="000000"/>
                </a:solidFill>
                <a:latin typeface="Calibri"/>
              </a:rPr>
              <a:t>Ele age, observa </a:t>
            </a:r>
            <a:r>
              <a:rPr lang="pt-BR" sz="2800" b="1" dirty="0">
                <a:solidFill>
                  <a:srgbClr val="92D050"/>
                </a:solidFill>
                <a:latin typeface="Calibri"/>
              </a:rPr>
              <a:t>recompensas</a:t>
            </a:r>
            <a:r>
              <a:rPr lang="pt-BR" sz="2800" b="0" dirty="0">
                <a:solidFill>
                  <a:srgbClr val="000000"/>
                </a:solidFill>
                <a:latin typeface="Calibri"/>
              </a:rPr>
              <a:t> e ajusta suas decisões por tentativa e erro.</a:t>
            </a:r>
          </a:p>
          <a:p>
            <a:r>
              <a:rPr lang="pt-BR" sz="2800" b="0" dirty="0">
                <a:solidFill>
                  <a:srgbClr val="000000"/>
                </a:solidFill>
                <a:latin typeface="Calibri"/>
              </a:rPr>
              <a:t>O objetivo é </a:t>
            </a:r>
            <a:r>
              <a:rPr lang="pt-BR" sz="2800" b="0" dirty="0">
                <a:solidFill>
                  <a:srgbClr val="00B0F0"/>
                </a:solidFill>
                <a:latin typeface="Calibri"/>
              </a:rPr>
              <a:t>aprender</a:t>
            </a:r>
            <a:r>
              <a:rPr lang="pt-BR" sz="2800" b="0" dirty="0">
                <a:solidFill>
                  <a:srgbClr val="000000"/>
                </a:solidFill>
                <a:latin typeface="Calibri"/>
              </a:rPr>
              <a:t> a tomar as melhores decisões apenas interagindo com o mundo.</a:t>
            </a:r>
          </a:p>
          <a:p>
            <a:r>
              <a:rPr lang="pt-BR" sz="2800" b="0" dirty="0">
                <a:solidFill>
                  <a:srgbClr val="000000"/>
                </a:solidFill>
                <a:latin typeface="Calibri"/>
              </a:rPr>
              <a:t>No </a:t>
            </a:r>
            <a:r>
              <a:rPr lang="pt-BR" sz="2800" b="1" dirty="0">
                <a:solidFill>
                  <a:srgbClr val="92D050"/>
                </a:solidFill>
                <a:latin typeface="Calibri"/>
              </a:rPr>
              <a:t>aprendizado</a:t>
            </a:r>
            <a:r>
              <a:rPr lang="pt-BR" sz="2800" b="1" dirty="0">
                <a:solidFill>
                  <a:srgbClr val="A6FF00"/>
                </a:solidFill>
                <a:latin typeface="Calibri"/>
              </a:rPr>
              <a:t> </a:t>
            </a:r>
            <a:r>
              <a:rPr lang="pt-BR" sz="2800" b="1" dirty="0">
                <a:solidFill>
                  <a:srgbClr val="92D050"/>
                </a:solidFill>
                <a:latin typeface="Calibri"/>
              </a:rPr>
              <a:t>por reforço</a:t>
            </a:r>
            <a:r>
              <a:rPr lang="pt-BR" sz="2800" b="0" dirty="0">
                <a:solidFill>
                  <a:srgbClr val="000000"/>
                </a:solidFill>
                <a:latin typeface="Calibri"/>
              </a:rPr>
              <a:t>, não há dados </a:t>
            </a:r>
            <a:r>
              <a:rPr lang="pt-BR" sz="2800" b="0" dirty="0" err="1">
                <a:solidFill>
                  <a:srgbClr val="000000"/>
                </a:solidFill>
                <a:latin typeface="Calibri"/>
              </a:rPr>
              <a:t>pré</a:t>
            </a:r>
            <a:r>
              <a:rPr lang="pt-BR" sz="2800" b="0" dirty="0">
                <a:solidFill>
                  <a:srgbClr val="000000"/>
                </a:solidFill>
                <a:latin typeface="Calibri"/>
              </a:rPr>
              <a:t>-rotulados: o feedback vem da </a:t>
            </a:r>
            <a:r>
              <a:rPr lang="pt-BR" sz="2800" b="0" dirty="0">
                <a:solidFill>
                  <a:srgbClr val="92D050"/>
                </a:solidFill>
                <a:latin typeface="Calibri"/>
              </a:rPr>
              <a:t>inter</a:t>
            </a:r>
            <a:r>
              <a:rPr lang="pt-BR" sz="2800" b="1" dirty="0">
                <a:solidFill>
                  <a:srgbClr val="92D050"/>
                </a:solidFill>
                <a:latin typeface="Calibri"/>
              </a:rPr>
              <a:t>ação</a:t>
            </a:r>
            <a:r>
              <a:rPr lang="pt-BR" sz="2800" b="0" dirty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576C0A-7191-8294-7C5A-38E488EA6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7626" y="1690688"/>
            <a:ext cx="6058133" cy="3780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47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14160" cy="4351338"/>
          </a:xfrm>
        </p:spPr>
        <p:txBody>
          <a:bodyPr>
            <a:normAutofit/>
          </a:bodyPr>
          <a:lstStyle/>
          <a:p>
            <a:pPr marL="228600" marR="0" lvl="0" indent="-228600" algn="just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70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Q-Learning</a:t>
            </a:r>
            <a:r>
              <a:rPr kumimoji="0" lang="pt-BR" sz="2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é um algoritmo de </a:t>
            </a:r>
            <a:r>
              <a:rPr kumimoji="0" lang="pt-BR" sz="27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aprendizado</a:t>
            </a:r>
            <a:r>
              <a:rPr kumimoji="0" lang="pt-BR" sz="27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pt-BR" sz="27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por reforço </a:t>
            </a:r>
            <a:r>
              <a:rPr kumimoji="0" lang="pt-BR" sz="27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model-</a:t>
            </a:r>
            <a:r>
              <a:rPr kumimoji="0" lang="pt-BR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free</a:t>
            </a:r>
            <a:r>
              <a:rPr kumimoji="0" lang="pt-BR" sz="2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 </a:t>
            </a:r>
            <a:r>
              <a:rPr kumimoji="0" lang="pt-BR" sz="27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off-</a:t>
            </a:r>
            <a:r>
              <a:rPr kumimoji="0" lang="pt-BR" sz="2700" b="1" i="0" u="none" strike="noStrike" kern="1200" cap="none" spc="0" normalizeH="0" baseline="0" noProof="0" dirty="0" err="1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policy</a:t>
            </a:r>
            <a:r>
              <a:rPr kumimoji="0" lang="pt-BR" sz="2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 </a:t>
            </a:r>
            <a:r>
              <a:rPr kumimoji="0" lang="pt-BR" sz="27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agente</a:t>
            </a:r>
            <a:r>
              <a:rPr kumimoji="0" lang="pt-BR" sz="2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aprende uma </a:t>
            </a:r>
            <a:r>
              <a:rPr kumimoji="0" lang="pt-BR" sz="27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política ótima</a:t>
            </a:r>
            <a:r>
              <a:rPr kumimoji="0" lang="pt-BR" sz="27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pt-BR" sz="2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por tentativa e erro em </a:t>
            </a:r>
            <a:r>
              <a:rPr kumimoji="0" lang="pt-BR" sz="27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ambiente</a:t>
            </a:r>
            <a:r>
              <a:rPr kumimoji="0" lang="pt-BR" sz="27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</a:t>
            </a:r>
            <a:r>
              <a:rPr kumimoji="0" lang="pt-BR" sz="2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desconhecidos ou estocásticos.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27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+mn-cs"/>
              </a:rPr>
              <a:t>Aplicações: jogos, controle de robôs, veículos autônomos e otimização de sistemas complexos.</a:t>
            </a:r>
          </a:p>
          <a:p>
            <a:pPr algn="just" fontAlgn="base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258737A-501E-15F9-965B-C6804C7C2E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35" t="7921"/>
          <a:stretch/>
        </p:blipFill>
        <p:spPr>
          <a:xfrm>
            <a:off x="8593282" y="1027906"/>
            <a:ext cx="2939561" cy="268826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7CAA26A-7551-2318-9183-21A1F1C7A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7760" y="4001294"/>
            <a:ext cx="2785082" cy="205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43600" cy="4351338"/>
          </a:xfrm>
        </p:spPr>
        <p:txBody>
          <a:bodyPr>
            <a:normAutofit/>
          </a:bodyPr>
          <a:lstStyle/>
          <a:p>
            <a:pPr fontAlgn="base"/>
            <a:r>
              <a:rPr lang="pt-BR" dirty="0"/>
              <a:t>A base do método é a </a:t>
            </a:r>
            <a:r>
              <a:rPr lang="pt-BR" b="1" dirty="0">
                <a:solidFill>
                  <a:srgbClr val="92D050"/>
                </a:solidFill>
              </a:rPr>
              <a:t>Função Q</a:t>
            </a:r>
            <a:r>
              <a:rPr lang="pt-BR" dirty="0"/>
              <a:t>: valor esperado de cada par </a:t>
            </a:r>
            <a:r>
              <a:rPr lang="pt-BR" dirty="0">
                <a:solidFill>
                  <a:srgbClr val="00B0F0"/>
                </a:solidFill>
              </a:rPr>
              <a:t>estado-ação </a:t>
            </a:r>
            <a:r>
              <a:rPr lang="pt-BR" b="1" dirty="0"/>
              <a:t>Q(s, a)</a:t>
            </a:r>
            <a:r>
              <a:rPr lang="pt-BR" dirty="0"/>
              <a:t>.</a:t>
            </a:r>
          </a:p>
          <a:p>
            <a:pPr fontAlgn="base"/>
            <a:r>
              <a:rPr lang="pt-BR" dirty="0"/>
              <a:t>Em sua forma clássica, esses valores são armazenados em uma </a:t>
            </a:r>
            <a:r>
              <a:rPr lang="pt-BR" b="1" dirty="0">
                <a:solidFill>
                  <a:srgbClr val="92D050"/>
                </a:solidFill>
              </a:rPr>
              <a:t>Q-</a:t>
            </a:r>
            <a:r>
              <a:rPr lang="pt-BR" b="1" dirty="0" err="1">
                <a:solidFill>
                  <a:srgbClr val="92D050"/>
                </a:solidFill>
              </a:rPr>
              <a:t>table</a:t>
            </a:r>
            <a:r>
              <a:rPr lang="pt-BR" dirty="0"/>
              <a:t>.</a:t>
            </a:r>
          </a:p>
          <a:p>
            <a:pPr fontAlgn="base"/>
            <a:r>
              <a:rPr lang="pt-BR" dirty="0"/>
              <a:t>A cada interação, o agente executa uma ação, recebe recompensa e atualiza </a:t>
            </a:r>
            <a:r>
              <a:rPr lang="pt-BR" b="1" dirty="0"/>
              <a:t>Q(s, a).</a:t>
            </a:r>
          </a:p>
          <a:p>
            <a:pPr fontAlgn="base"/>
            <a:r>
              <a:rPr lang="pt-BR" dirty="0"/>
              <a:t>O objetivo é maximizar a </a:t>
            </a:r>
            <a:r>
              <a:rPr lang="pt-BR" b="1" dirty="0">
                <a:solidFill>
                  <a:srgbClr val="92D050"/>
                </a:solidFill>
              </a:rPr>
              <a:t>recompensa</a:t>
            </a:r>
            <a:r>
              <a:rPr lang="pt-BR" dirty="0"/>
              <a:t> acumulada ao longo do tempo.</a:t>
            </a:r>
          </a:p>
          <a:p>
            <a:pPr fontAlgn="base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71838E-6F43-69C0-1FA2-174DA265D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1796" y="1332047"/>
            <a:ext cx="3905364" cy="484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98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FUNDAMENTOS MATEMÁTICOS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29" y="1825624"/>
            <a:ext cx="11125200" cy="489521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b="1" i="0" dirty="0">
                <a:solidFill>
                  <a:srgbClr val="201E1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Processo de Decisão de Markov (MDP): </a:t>
            </a:r>
            <a:r>
              <a:rPr lang="pt-BR" sz="2800" b="0" dirty="0">
                <a:solidFill>
                  <a:srgbClr val="000000"/>
                </a:solidFill>
                <a:latin typeface="Calibri"/>
              </a:rPr>
              <a:t>modelo para decisões sequenciais</a:t>
            </a:r>
            <a:endParaRPr lang="pt-BR" b="1" i="0" dirty="0">
              <a:solidFill>
                <a:srgbClr val="201E1D"/>
              </a:solidFill>
              <a:effectLst/>
              <a:latin typeface="Source Serif 4"/>
            </a:endParaRPr>
          </a:p>
          <a:p>
            <a:pPr fontAlgn="base"/>
            <a:r>
              <a:rPr lang="pt-BR" b="1" dirty="0"/>
              <a:t>Estados (S)</a:t>
            </a:r>
            <a:r>
              <a:rPr lang="pt-BR" dirty="0"/>
              <a:t>: </a:t>
            </a:r>
            <a:r>
              <a:rPr lang="pt-BR" sz="2800" dirty="0">
                <a:latin typeface="Calibri"/>
              </a:rPr>
              <a:t>situação</a:t>
            </a:r>
            <a:r>
              <a:rPr lang="pt-BR" sz="2800" b="0" dirty="0">
                <a:solidFill>
                  <a:srgbClr val="000000"/>
                </a:solidFill>
                <a:latin typeface="Calibri"/>
              </a:rPr>
              <a:t> observável </a:t>
            </a:r>
            <a:r>
              <a:rPr lang="pt-BR" dirty="0"/>
              <a:t>do agente — posição do robô, condições do jogo, etc.</a:t>
            </a:r>
          </a:p>
          <a:p>
            <a:pPr fontAlgn="base"/>
            <a:r>
              <a:rPr lang="pt-BR" b="1" dirty="0"/>
              <a:t>Ações (A)</a:t>
            </a:r>
            <a:r>
              <a:rPr lang="pt-BR" dirty="0"/>
              <a:t>: O que o agente pode fazer — mover, pegar, soltar</a:t>
            </a:r>
          </a:p>
          <a:p>
            <a:pPr fontAlgn="base"/>
            <a:r>
              <a:rPr lang="pt-BR" b="1" dirty="0"/>
              <a:t>Transições de Estado:</a:t>
            </a:r>
            <a:r>
              <a:rPr lang="pt-BR" dirty="0"/>
              <a:t> representação numérica do movimento de um agente de um estado</a:t>
            </a:r>
            <a:r>
              <a:rPr lang="pt-BR" sz="2800" b="0" dirty="0">
                <a:solidFill>
                  <a:srgbClr val="000000"/>
                </a:solidFill>
                <a:latin typeface="Calibri"/>
              </a:rPr>
              <a:t> s → </a:t>
            </a:r>
            <a:r>
              <a:rPr lang="pt-BR" sz="2800" dirty="0">
                <a:solidFill>
                  <a:srgbClr val="000000"/>
                </a:solidFill>
              </a:rPr>
              <a:t>s</a:t>
            </a:r>
            <a:r>
              <a:rPr lang="pt-BR" sz="2800" b="0" dirty="0">
                <a:solidFill>
                  <a:srgbClr val="000000"/>
                </a:solidFill>
                <a:latin typeface="Calibri"/>
              </a:rPr>
              <a:t>’  </a:t>
            </a:r>
            <a:r>
              <a:rPr lang="pt-BR" dirty="0"/>
              <a:t>ao realizar a ação A—probabilidade de chegar a um novo estado</a:t>
            </a:r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r>
              <a:rPr lang="pt-BR" b="1" dirty="0"/>
              <a:t>Recompensas (R)</a:t>
            </a:r>
            <a:r>
              <a:rPr lang="pt-BR" dirty="0"/>
              <a:t>: A recompensa é a informação fornecida ao agente no ambiente para que ele possa aprendê-la— Feedback —'Parabéns, atingiu o objetivo!' (+100). Bateu na parede!' (-10).</a:t>
            </a:r>
          </a:p>
          <a:p>
            <a:pPr marL="0" indent="0" fontAlgn="base">
              <a:buNone/>
            </a:pPr>
            <a:endParaRPr lang="pt-BR" dirty="0"/>
          </a:p>
          <a:p>
            <a:pPr fontAlgn="base"/>
            <a:endParaRPr lang="pt-BR" dirty="0"/>
          </a:p>
          <a:p>
            <a:pPr fontAlgn="base"/>
            <a:r>
              <a:rPr lang="pt-BR" b="1" dirty="0"/>
              <a:t>Fator de Desconto (γ)</a:t>
            </a:r>
            <a:r>
              <a:rPr lang="pt-BR" dirty="0"/>
              <a:t>: multiplicador que diz: recompensas futuras valem menos que recompensas imediatas — a depreciação tem um valor entre 0 e 1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D3A5552-21BD-9100-589B-AEF70C2AF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163" y="3675024"/>
            <a:ext cx="4079671" cy="49450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487BA38-728B-2454-8521-86A823148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1161" y="5197931"/>
            <a:ext cx="3863336" cy="49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FUNDAMENTOS MATEMÁTICOS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229" y="1825624"/>
            <a:ext cx="11125200" cy="4895215"/>
          </a:xfrm>
        </p:spPr>
        <p:txBody>
          <a:bodyPr>
            <a:normAutofit lnSpcReduction="10000"/>
          </a:bodyPr>
          <a:lstStyle/>
          <a:p>
            <a:pPr fontAlgn="base"/>
            <a:r>
              <a:rPr lang="pt-BR" sz="2400" b="1" dirty="0">
                <a:latin typeface="Calibri Corpo"/>
              </a:rPr>
              <a:t>Política: </a:t>
            </a:r>
            <a:r>
              <a:rPr lang="pt-BR" sz="2400" b="0" i="0" u="none" strike="noStrike" baseline="0" dirty="0">
                <a:solidFill>
                  <a:srgbClr val="0D0D0D"/>
                </a:solidFill>
                <a:latin typeface="Calibri Corpo"/>
              </a:rPr>
              <a:t>a estratégia que o agente usa para escolher ações a partir dos estados</a:t>
            </a:r>
          </a:p>
          <a:p>
            <a:pPr fontAlgn="base"/>
            <a:r>
              <a:rPr lang="pt-BR" sz="2400" b="0" i="0" u="none" strike="noStrike" baseline="0" dirty="0">
                <a:solidFill>
                  <a:srgbClr val="0D0D0D"/>
                </a:solidFill>
                <a:latin typeface="Calibri Corpo"/>
              </a:rPr>
              <a:t>Mapeia estados em ações e é ajustada ao longo do tempo, à medida que ele aprende.</a:t>
            </a:r>
          </a:p>
          <a:p>
            <a:pPr fontAlgn="base"/>
            <a:endParaRPr lang="pt-BR" sz="2400" dirty="0">
              <a:solidFill>
                <a:srgbClr val="0D0D0D"/>
              </a:solidFill>
              <a:latin typeface="Calibri Corpo"/>
            </a:endParaRPr>
          </a:p>
          <a:p>
            <a:pPr fontAlgn="base"/>
            <a:endParaRPr lang="pt-BR" sz="2400" dirty="0">
              <a:solidFill>
                <a:srgbClr val="0D0D0D"/>
              </a:solidFill>
              <a:latin typeface="Calibri Corpo"/>
            </a:endParaRPr>
          </a:p>
          <a:p>
            <a:pPr fontAlgn="base"/>
            <a:r>
              <a:rPr lang="pt-BR" sz="2400" dirty="0">
                <a:latin typeface="Calibri Corpo"/>
              </a:rPr>
              <a:t>π é a probabilidade de escolher a ação a no estado s, no instante t.</a:t>
            </a:r>
          </a:p>
          <a:p>
            <a:pPr fontAlgn="base"/>
            <a:r>
              <a:rPr lang="pt-BR" sz="2400" b="1" dirty="0">
                <a:latin typeface="Calibri Corpo"/>
              </a:rPr>
              <a:t>Função de valor de estado (v</a:t>
            </a:r>
            <a:r>
              <a:rPr lang="el-GR" sz="1400" b="1" dirty="0">
                <a:latin typeface="Calibri Corpo"/>
              </a:rPr>
              <a:t>π</a:t>
            </a:r>
            <a:r>
              <a:rPr lang="el-GR" sz="2400" b="1" dirty="0">
                <a:latin typeface="Calibri Corpo"/>
              </a:rPr>
              <a:t>)</a:t>
            </a:r>
            <a:r>
              <a:rPr lang="pt-BR" sz="2400" b="1" dirty="0">
                <a:latin typeface="Calibri Corpo"/>
              </a:rPr>
              <a:t>: </a:t>
            </a:r>
            <a:r>
              <a:rPr lang="pt-BR" sz="2400" dirty="0">
                <a:latin typeface="Calibri Corpo"/>
              </a:rPr>
              <a:t>o critério que determina qual política é melhor: o valor esperado de recompensa futura a partir de s, sob a política π.</a:t>
            </a:r>
          </a:p>
          <a:p>
            <a:pPr fontAlgn="base"/>
            <a:endParaRPr lang="pt-BR" sz="2400" dirty="0">
              <a:latin typeface="Calibri Corpo"/>
            </a:endParaRPr>
          </a:p>
          <a:p>
            <a:pPr fontAlgn="base"/>
            <a:endParaRPr lang="pt-BR" sz="2400" dirty="0">
              <a:latin typeface="Calibri Corpo"/>
            </a:endParaRPr>
          </a:p>
          <a:p>
            <a:pPr fontAlgn="base"/>
            <a:r>
              <a:rPr lang="pt-BR" sz="2400" dirty="0">
                <a:latin typeface="Calibri Corpo"/>
              </a:rPr>
              <a:t>R</a:t>
            </a:r>
            <a:r>
              <a:rPr lang="pt-BR" sz="1400" dirty="0">
                <a:latin typeface="Calibri Corpo"/>
              </a:rPr>
              <a:t>(t + 1)</a:t>
            </a:r>
            <a:r>
              <a:rPr lang="pt-BR" sz="2400" dirty="0">
                <a:latin typeface="Calibri Corpo"/>
              </a:rPr>
              <a:t> recompensa recebida no instante seguinte (t+1), após a ação tomada em t</a:t>
            </a:r>
          </a:p>
          <a:p>
            <a:pPr fontAlgn="base"/>
            <a:r>
              <a:rPr lang="pt-BR" sz="2400" b="1" dirty="0">
                <a:latin typeface="Calibri Corpo"/>
              </a:rPr>
              <a:t>Função de valor de ação (q</a:t>
            </a:r>
            <a:r>
              <a:rPr lang="el-GR" sz="1600" b="1" dirty="0">
                <a:latin typeface="Calibri Corpo"/>
              </a:rPr>
              <a:t>π</a:t>
            </a:r>
            <a:r>
              <a:rPr lang="el-GR" sz="2400" b="1" dirty="0">
                <a:latin typeface="Calibri Corpo"/>
              </a:rPr>
              <a:t>)</a:t>
            </a:r>
            <a:r>
              <a:rPr lang="pt-BR" sz="2400" b="1" dirty="0">
                <a:latin typeface="Calibri Corpo"/>
              </a:rPr>
              <a:t>: </a:t>
            </a:r>
            <a:r>
              <a:rPr lang="pt-BR" sz="2400" dirty="0">
                <a:latin typeface="Calibri Corpo"/>
              </a:rPr>
              <a:t>considera não só o estado, mas também a ação escolhida. É a </a:t>
            </a:r>
            <a:r>
              <a:rPr lang="pt-BR" sz="2400" b="1" dirty="0">
                <a:solidFill>
                  <a:srgbClr val="92D050"/>
                </a:solidFill>
                <a:latin typeface="Calibri Corpo"/>
              </a:rPr>
              <a:t>função Q</a:t>
            </a:r>
            <a:r>
              <a:rPr lang="pt-BR" sz="2400" dirty="0">
                <a:latin typeface="Calibri Corpo"/>
              </a:rPr>
              <a:t>, o critério que o agente usa para selecionar a ação.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8FB32AD-EAB9-4081-5C72-7646E9AF1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419" y="2905352"/>
            <a:ext cx="3067422" cy="28815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ED74BDF-A563-B495-BCF9-A7554F0E5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418" y="4839421"/>
            <a:ext cx="4362822" cy="35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544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Equação de </a:t>
            </a:r>
            <a:r>
              <a:rPr lang="pt-BR" dirty="0" err="1"/>
              <a:t>Bellman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sz="2400" dirty="0"/>
              <a:t>Richard </a:t>
            </a:r>
            <a:r>
              <a:rPr lang="pt-BR" sz="2400" dirty="0" err="1"/>
              <a:t>Bellman</a:t>
            </a:r>
            <a:r>
              <a:rPr lang="pt-BR" sz="2400" dirty="0"/>
              <a:t> mostrou que o valor de um estado pode ser decomposto em dois termos: V(s) = </a:t>
            </a:r>
            <a:r>
              <a:rPr lang="pt-BR" sz="2400" dirty="0">
                <a:solidFill>
                  <a:srgbClr val="00B0F0"/>
                </a:solidFill>
              </a:rPr>
              <a:t>recompensa imediata </a:t>
            </a:r>
            <a:r>
              <a:rPr lang="pt-BR" sz="2400" dirty="0"/>
              <a:t>+ </a:t>
            </a:r>
            <a:r>
              <a:rPr lang="pt-BR" sz="2400" dirty="0">
                <a:solidFill>
                  <a:srgbClr val="00B0F0"/>
                </a:solidFill>
              </a:rPr>
              <a:t>valor descontado do próximo estado</a:t>
            </a:r>
            <a:r>
              <a:rPr lang="pt-BR" sz="2400" dirty="0"/>
              <a:t>.</a:t>
            </a:r>
          </a:p>
          <a:p>
            <a:pPr fontAlgn="base"/>
            <a:endParaRPr lang="pt-BR" sz="2400" dirty="0"/>
          </a:p>
          <a:p>
            <a:pPr fontAlgn="base"/>
            <a:endParaRPr lang="pt-BR" sz="2400" b="1" dirty="0"/>
          </a:p>
          <a:p>
            <a:pPr rtl="0"/>
            <a:r>
              <a:rPr lang="pt-BR" sz="2400" dirty="0"/>
              <a:t>O primeiro somatório (</a:t>
            </a:r>
            <a:r>
              <a:rPr lang="pt-BR" sz="2400" b="1" dirty="0">
                <a:solidFill>
                  <a:srgbClr val="92D050"/>
                </a:solidFill>
              </a:rPr>
              <a:t>sobre as ações</a:t>
            </a:r>
            <a:r>
              <a:rPr lang="pt-BR" sz="2400" dirty="0"/>
              <a:t>) representa a política de probabilidade para realizar a ação. O segundo somatório (</a:t>
            </a:r>
            <a:r>
              <a:rPr lang="pt-BR" sz="2400" b="1" dirty="0">
                <a:solidFill>
                  <a:srgbClr val="92D050"/>
                </a:solidFill>
              </a:rPr>
              <a:t>sobre os próximos estados</a:t>
            </a:r>
            <a:r>
              <a:rPr lang="pt-BR" sz="2400" dirty="0"/>
              <a:t>) representa a matriz de probabilidade de transição de estado.</a:t>
            </a:r>
          </a:p>
          <a:p>
            <a:pPr rtl="0"/>
            <a:r>
              <a:rPr lang="pt-BR" sz="2400" dirty="0"/>
              <a:t>Em vez de calcular a soma infinita de recompensas futuras, o problema é quebrado de forma </a:t>
            </a:r>
            <a:r>
              <a:rPr lang="pt-BR" sz="2400" b="1" dirty="0">
                <a:solidFill>
                  <a:srgbClr val="92D050"/>
                </a:solidFill>
              </a:rPr>
              <a:t>recursiva</a:t>
            </a:r>
            <a:r>
              <a:rPr lang="pt-BR" sz="2400" dirty="0"/>
              <a:t>: o valor do estado próximo nos diz quanto vale seguir em frente.</a:t>
            </a:r>
          </a:p>
          <a:p>
            <a:pPr fontAlgn="base"/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7CC860E-3007-C0C7-C4E6-0C1C8837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740" y="2737218"/>
            <a:ext cx="4832347" cy="755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071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Equação de </a:t>
            </a:r>
            <a:r>
              <a:rPr lang="pt-BR" dirty="0" err="1"/>
              <a:t>Bellman</a:t>
            </a:r>
            <a:r>
              <a:rPr lang="pt-BR" dirty="0"/>
              <a:t> de </a:t>
            </a:r>
            <a:r>
              <a:rPr lang="pt-BR" dirty="0" err="1"/>
              <a:t>Otimalidade</a:t>
            </a:r>
            <a:r>
              <a:rPr lang="pt-BR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sz="2400" dirty="0"/>
              <a:t>Troca a média sobre as ações pelo </a:t>
            </a:r>
            <a:r>
              <a:rPr lang="pt-BR" sz="2400" b="1" dirty="0">
                <a:solidFill>
                  <a:srgbClr val="92D050"/>
                </a:solidFill>
              </a:rPr>
              <a:t>máximo</a:t>
            </a:r>
            <a:r>
              <a:rPr lang="pt-BR" sz="2400" dirty="0"/>
              <a:t>: o agente escolhe sempre a ação que maximiza o valor esperado. É a </a:t>
            </a:r>
            <a:r>
              <a:rPr lang="pt-BR" sz="2400" b="1" dirty="0">
                <a:solidFill>
                  <a:srgbClr val="92D050"/>
                </a:solidFill>
              </a:rPr>
              <a:t>política ótima </a:t>
            </a:r>
            <a:r>
              <a:rPr lang="pt-BR" sz="2400" dirty="0"/>
              <a:t>que se busca dentro do problema definido pelo MDP.</a:t>
            </a:r>
          </a:p>
          <a:p>
            <a:pPr fontAlgn="base"/>
            <a:endParaRPr lang="pt-BR" sz="2400" dirty="0"/>
          </a:p>
          <a:p>
            <a:pPr fontAlgn="base"/>
            <a:endParaRPr lang="pt-BR" sz="2400" dirty="0"/>
          </a:p>
          <a:p>
            <a:pPr fontAlgn="base"/>
            <a:r>
              <a:rPr lang="pt-BR" sz="2400" dirty="0"/>
              <a:t>Resumo da comparação: </a:t>
            </a:r>
            <a:r>
              <a:rPr lang="pt-BR" sz="2400" b="1" dirty="0" err="1">
                <a:solidFill>
                  <a:srgbClr val="92D050"/>
                </a:solidFill>
              </a:rPr>
              <a:t>Bellman</a:t>
            </a:r>
            <a:r>
              <a:rPr lang="pt-BR" sz="2400" b="1" dirty="0">
                <a:solidFill>
                  <a:srgbClr val="92D050"/>
                </a:solidFill>
              </a:rPr>
              <a:t> de expectativa </a:t>
            </a:r>
            <a:r>
              <a:rPr lang="pt-BR" sz="2400" dirty="0"/>
              <a:t>avalia uma política dada (faz a </a:t>
            </a:r>
            <a:r>
              <a:rPr lang="pt-BR" sz="2400" b="1" dirty="0">
                <a:solidFill>
                  <a:srgbClr val="92D050"/>
                </a:solidFill>
              </a:rPr>
              <a:t>média</a:t>
            </a:r>
            <a:r>
              <a:rPr lang="pt-BR" sz="2400" dirty="0"/>
              <a:t> sobre as ações de π); </a:t>
            </a:r>
            <a:r>
              <a:rPr lang="pt-BR" sz="2400" b="1" dirty="0" err="1">
                <a:solidFill>
                  <a:srgbClr val="92D050"/>
                </a:solidFill>
              </a:rPr>
              <a:t>Bellman</a:t>
            </a:r>
            <a:r>
              <a:rPr lang="pt-BR" sz="2400" b="1" dirty="0">
                <a:solidFill>
                  <a:srgbClr val="92D050"/>
                </a:solidFill>
              </a:rPr>
              <a:t> de </a:t>
            </a:r>
            <a:r>
              <a:rPr lang="pt-BR" sz="2400" b="1" dirty="0" err="1">
                <a:solidFill>
                  <a:srgbClr val="92D050"/>
                </a:solidFill>
              </a:rPr>
              <a:t>otimalidade</a:t>
            </a:r>
            <a:r>
              <a:rPr lang="pt-BR" sz="2400" b="1" dirty="0">
                <a:solidFill>
                  <a:srgbClr val="92D050"/>
                </a:solidFill>
              </a:rPr>
              <a:t> </a:t>
            </a:r>
            <a:r>
              <a:rPr lang="pt-BR" sz="2400" dirty="0"/>
              <a:t>decide (usa o </a:t>
            </a:r>
            <a:r>
              <a:rPr lang="pt-BR" sz="2400" b="1" dirty="0">
                <a:solidFill>
                  <a:srgbClr val="92D050"/>
                </a:solidFill>
              </a:rPr>
              <a:t>máximo</a:t>
            </a:r>
            <a:r>
              <a:rPr lang="pt-BR" sz="2400" dirty="0"/>
              <a:t>). Essa troca é a ponte para o </a:t>
            </a:r>
            <a:r>
              <a:rPr lang="pt-BR" sz="2400" dirty="0" err="1"/>
              <a:t>Q-Learning</a:t>
            </a:r>
            <a:r>
              <a:rPr lang="pt-BR" sz="2400" dirty="0"/>
              <a:t>: o cálculo passa a ser </a:t>
            </a:r>
            <a:r>
              <a:rPr lang="pt-BR" sz="2400" b="1" dirty="0">
                <a:solidFill>
                  <a:srgbClr val="00B0F0"/>
                </a:solidFill>
              </a:rPr>
              <a:t>iterativo</a:t>
            </a:r>
            <a:r>
              <a:rPr lang="pt-BR" sz="2400" dirty="0"/>
              <a:t> e, portanto, implementável e treinável.</a:t>
            </a:r>
          </a:p>
          <a:p>
            <a:pPr fontAlgn="base"/>
            <a:endParaRPr lang="pt-BR" sz="2400" dirty="0"/>
          </a:p>
          <a:p>
            <a:pPr fontAlgn="base"/>
            <a:endParaRPr lang="pt-BR" sz="2400" b="1" dirty="0"/>
          </a:p>
          <a:p>
            <a:pPr marL="0" indent="0" fontAlgn="base">
              <a:buNone/>
            </a:pPr>
            <a:endParaRPr lang="pt-BR" b="1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1902445-D3DD-6533-D836-A7A6B8C0B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821" y="3114336"/>
            <a:ext cx="6719602" cy="62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47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regra de atualização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rtl="0"/>
            <a:r>
              <a:rPr lang="pt-BR" dirty="0"/>
              <a:t>Diferente de métodos </a:t>
            </a:r>
            <a:r>
              <a:rPr lang="pt-BR" b="1" dirty="0" err="1">
                <a:solidFill>
                  <a:srgbClr val="92D050"/>
                </a:solidFill>
              </a:rPr>
              <a:t>on-policy</a:t>
            </a:r>
            <a:r>
              <a:rPr lang="pt-BR" dirty="0"/>
              <a:t> como o SARSA — que atualiza usando a ação realmente escolhida pela política de comportamento — o </a:t>
            </a:r>
            <a:r>
              <a:rPr lang="pt-BR" dirty="0" err="1"/>
              <a:t>Q-Learning</a:t>
            </a:r>
            <a:r>
              <a:rPr lang="pt-BR" dirty="0"/>
              <a:t> usa um método </a:t>
            </a:r>
            <a:r>
              <a:rPr lang="pt-BR" b="1" dirty="0">
                <a:solidFill>
                  <a:srgbClr val="92D050"/>
                </a:solidFill>
              </a:rPr>
              <a:t>off-</a:t>
            </a:r>
            <a:r>
              <a:rPr lang="pt-BR" b="1" dirty="0" err="1">
                <a:solidFill>
                  <a:srgbClr val="92D050"/>
                </a:solidFill>
              </a:rPr>
              <a:t>policy</a:t>
            </a:r>
            <a:r>
              <a:rPr lang="pt-BR" dirty="0"/>
              <a:t>: separa a política que executa a ação (geralmente ε-</a:t>
            </a:r>
            <a:r>
              <a:rPr lang="pt-BR" dirty="0" err="1"/>
              <a:t>greedy</a:t>
            </a:r>
            <a:r>
              <a:rPr lang="pt-BR" dirty="0"/>
              <a:t>, para explorar) da política que está sendo aprendida (a política gulosa, que maximiza Q).</a:t>
            </a:r>
          </a:p>
          <a:p>
            <a:pPr rtl="0"/>
            <a:r>
              <a:rPr lang="pt-BR" dirty="0"/>
              <a:t>No SARSA, mesmo que a próxima ação escolhida fosse medíocre (por exploração), essa ação entrava na atualização. No </a:t>
            </a:r>
            <a:r>
              <a:rPr lang="pt-BR" dirty="0" err="1"/>
              <a:t>Q-Learning</a:t>
            </a:r>
            <a:r>
              <a:rPr lang="pt-BR" dirty="0"/>
              <a:t>, o alvo usa sempre o </a:t>
            </a:r>
            <a:r>
              <a:rPr lang="pt-BR" b="1" dirty="0">
                <a:solidFill>
                  <a:srgbClr val="92D050"/>
                </a:solidFill>
              </a:rPr>
              <a:t>máximo</a:t>
            </a:r>
            <a:r>
              <a:rPr lang="pt-BR" dirty="0"/>
              <a:t> sobre as ações do próximo estado, independentemente da ação que será de fato executada — o que evita esse viés.</a:t>
            </a:r>
          </a:p>
          <a:p>
            <a:pPr fontAlgn="base"/>
            <a:endParaRPr lang="pt-BR" dirty="0"/>
          </a:p>
          <a:p>
            <a:pPr fontAlgn="base"/>
            <a:endParaRPr lang="pt-BR" dirty="0"/>
          </a:p>
          <a:p>
            <a:pPr fontAlgn="base"/>
            <a:r>
              <a:rPr lang="pt-BR" dirty="0"/>
              <a:t>Q(s, a) = Valor esperado de tomar ação a no estado s</a:t>
            </a:r>
          </a:p>
          <a:p>
            <a:pPr fontAlgn="base"/>
            <a:r>
              <a:rPr lang="pt-BR" dirty="0"/>
              <a:t>α = taxa de aprendizado— quanto do erro é incorporado em cada passo; valor entre 0 e 1 (</a:t>
            </a:r>
            <a:r>
              <a:rPr lang="pt-BR" dirty="0">
                <a:solidFill>
                  <a:srgbClr val="00B0F0"/>
                </a:solidFill>
              </a:rPr>
              <a:t>tipicamente 0,1</a:t>
            </a:r>
            <a:r>
              <a:rPr lang="pt-BR" dirty="0"/>
              <a:t>).</a:t>
            </a:r>
          </a:p>
          <a:p>
            <a:pPr fontAlgn="base"/>
            <a:r>
              <a:rPr lang="el-GR" dirty="0"/>
              <a:t>γ </a:t>
            </a:r>
            <a:r>
              <a:rPr lang="pt-BR" dirty="0" err="1"/>
              <a:t>max</a:t>
            </a:r>
            <a:r>
              <a:rPr lang="pt-BR" dirty="0"/>
              <a:t> Q(s, a) — </a:t>
            </a:r>
            <a:r>
              <a:rPr lang="pt-BR" b="1" dirty="0">
                <a:solidFill>
                  <a:srgbClr val="92D050"/>
                </a:solidFill>
              </a:rPr>
              <a:t>alvo </a:t>
            </a:r>
            <a:r>
              <a:rPr lang="pt-BR" b="1" dirty="0" err="1">
                <a:solidFill>
                  <a:srgbClr val="92D050"/>
                </a:solidFill>
              </a:rPr>
              <a:t>bootstrap</a:t>
            </a:r>
            <a:r>
              <a:rPr lang="pt-BR" dirty="0"/>
              <a:t>: a </a:t>
            </a:r>
            <a:r>
              <a:rPr lang="pt-BR" b="0" i="0" dirty="0">
                <a:solidFill>
                  <a:srgbClr val="201E1D"/>
                </a:solidFill>
                <a:effectLst/>
                <a:latin typeface="Source Serif 4"/>
              </a:rPr>
              <a:t>melhor estimativa disponível do valor futuro, descontada por γ.</a:t>
            </a:r>
          </a:p>
          <a:p>
            <a:pPr fontAlgn="base"/>
            <a:r>
              <a:rPr lang="pt-BR" dirty="0"/>
              <a:t>Erro TD (diferença temporal) — o termo entre colchetes: a distância entre o que foi </a:t>
            </a:r>
            <a:r>
              <a:rPr lang="pt-BR" b="1" dirty="0">
                <a:solidFill>
                  <a:srgbClr val="92D050"/>
                </a:solidFill>
              </a:rPr>
              <a:t>observado</a:t>
            </a:r>
            <a:r>
              <a:rPr lang="pt-BR" dirty="0"/>
              <a:t> e o que era </a:t>
            </a:r>
            <a:r>
              <a:rPr lang="pt-BR" b="1" dirty="0">
                <a:solidFill>
                  <a:srgbClr val="92D050"/>
                </a:solidFill>
              </a:rPr>
              <a:t>estimado. </a:t>
            </a:r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1E134F-6858-9AC9-5663-523F79D7A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696" y="3596640"/>
            <a:ext cx="6214927" cy="58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688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Q-</a:t>
            </a:r>
            <a:r>
              <a:rPr lang="pt-BR" dirty="0" err="1"/>
              <a:t>table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43600" cy="4351338"/>
          </a:xfrm>
        </p:spPr>
        <p:txBody>
          <a:bodyPr>
            <a:normAutofit/>
          </a:bodyPr>
          <a:lstStyle/>
          <a:p>
            <a:pPr fontAlgn="base"/>
            <a:r>
              <a:rPr lang="pt-BR" sz="2400" dirty="0"/>
              <a:t>A </a:t>
            </a:r>
            <a:r>
              <a:rPr lang="pt-BR" sz="2400" b="1" dirty="0">
                <a:solidFill>
                  <a:srgbClr val="92D050"/>
                </a:solidFill>
              </a:rPr>
              <a:t>Q-</a:t>
            </a:r>
            <a:r>
              <a:rPr lang="pt-BR" sz="2400" b="1" dirty="0" err="1">
                <a:solidFill>
                  <a:srgbClr val="92D050"/>
                </a:solidFill>
              </a:rPr>
              <a:t>table</a:t>
            </a:r>
            <a:r>
              <a:rPr lang="pt-BR" sz="2400" dirty="0"/>
              <a:t> é a tabela onde o agente armazena quais ações geram as melhores recompensas em cada estado — ela representa o </a:t>
            </a:r>
            <a:r>
              <a:rPr lang="pt-BR" sz="2400" b="1" dirty="0">
                <a:solidFill>
                  <a:srgbClr val="92D050"/>
                </a:solidFill>
              </a:rPr>
              <a:t>entendimento</a:t>
            </a:r>
            <a:r>
              <a:rPr lang="pt-BR" sz="2400" dirty="0"/>
              <a:t> </a:t>
            </a:r>
            <a:r>
              <a:rPr lang="pt-BR" sz="2400" b="1" dirty="0">
                <a:solidFill>
                  <a:srgbClr val="92D050"/>
                </a:solidFill>
              </a:rPr>
              <a:t>do agente </a:t>
            </a:r>
            <a:r>
              <a:rPr lang="pt-BR" sz="2400" dirty="0"/>
              <a:t>sobre o ambiente, e é </a:t>
            </a:r>
            <a:r>
              <a:rPr lang="pt-BR" sz="2400" b="1" dirty="0">
                <a:solidFill>
                  <a:srgbClr val="92D050"/>
                </a:solidFill>
              </a:rPr>
              <a:t>atualizada continuamente </a:t>
            </a:r>
            <a:r>
              <a:rPr lang="pt-BR" sz="2400" dirty="0"/>
              <a:t>durante o aprendizado. </a:t>
            </a:r>
          </a:p>
          <a:p>
            <a:pPr fontAlgn="base"/>
            <a:r>
              <a:rPr lang="pt-BR" sz="2400" dirty="0"/>
              <a:t>As </a:t>
            </a:r>
            <a:r>
              <a:rPr lang="pt-BR" sz="2400" b="1" dirty="0">
                <a:solidFill>
                  <a:srgbClr val="92D050"/>
                </a:solidFill>
              </a:rPr>
              <a:t>linhas</a:t>
            </a:r>
            <a:r>
              <a:rPr lang="pt-BR" sz="2400" dirty="0"/>
              <a:t> representam os </a:t>
            </a:r>
            <a:r>
              <a:rPr lang="pt-BR" sz="2400" b="1" dirty="0">
                <a:solidFill>
                  <a:srgbClr val="92D050"/>
                </a:solidFill>
              </a:rPr>
              <a:t>estados</a:t>
            </a:r>
            <a:r>
              <a:rPr lang="pt-BR" sz="2400" dirty="0"/>
              <a:t>; as </a:t>
            </a:r>
            <a:r>
              <a:rPr lang="pt-BR" sz="2400" b="1" dirty="0">
                <a:solidFill>
                  <a:srgbClr val="92D050"/>
                </a:solidFill>
              </a:rPr>
              <a:t>colunas</a:t>
            </a:r>
            <a:r>
              <a:rPr lang="pt-BR" sz="2400" dirty="0"/>
              <a:t>, as </a:t>
            </a:r>
            <a:r>
              <a:rPr lang="pt-BR" sz="2400" b="1" dirty="0">
                <a:solidFill>
                  <a:srgbClr val="92D050"/>
                </a:solidFill>
              </a:rPr>
              <a:t>ações</a:t>
            </a:r>
            <a:r>
              <a:rPr lang="pt-BR" sz="2400" dirty="0"/>
              <a:t> possíveis. Cada célula corresponde ao </a:t>
            </a:r>
            <a:r>
              <a:rPr lang="pt-BR" sz="2400" b="1" dirty="0">
                <a:solidFill>
                  <a:srgbClr val="92D050"/>
                </a:solidFill>
              </a:rPr>
              <a:t>valor Q</a:t>
            </a:r>
            <a:r>
              <a:rPr lang="pt-BR" sz="2400" dirty="0"/>
              <a:t> de um par estado-ação. </a:t>
            </a:r>
            <a:r>
              <a:rPr lang="pt-BR" sz="2400" dirty="0">
                <a:solidFill>
                  <a:srgbClr val="00B0F0"/>
                </a:solidFill>
              </a:rPr>
              <a:t>Interpretação</a:t>
            </a:r>
            <a:r>
              <a:rPr lang="pt-BR" sz="2400" dirty="0"/>
              <a:t>: valores mais altos indicam ações melhores — as que aproximam o agente do objetivo.</a:t>
            </a:r>
          </a:p>
          <a:p>
            <a:pPr fontAlgn="base"/>
            <a:endParaRPr lang="pt-BR" dirty="0"/>
          </a:p>
          <a:p>
            <a:pPr marL="0" indent="0" fontAlgn="base">
              <a:buNone/>
            </a:pP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319C084-3952-340B-C73D-22F856485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392" y="1701760"/>
            <a:ext cx="5137408" cy="440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408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>
            <a:normAutofit fontScale="90000"/>
          </a:bodyPr>
          <a:lstStyle/>
          <a:p>
            <a:r>
              <a:rPr lang="pt-BR" dirty="0"/>
              <a:t>Exemplo: Q-Learning 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A97622AE-2114-5C88-E382-AD26FF5E4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06" y="5145205"/>
            <a:ext cx="5416277" cy="981719"/>
          </a:xfrm>
        </p:spPr>
        <p:txBody>
          <a:bodyPr>
            <a:normAutofit fontScale="40000" lnSpcReduction="20000"/>
          </a:bodyPr>
          <a:lstStyle/>
          <a:p>
            <a:pPr fontAlgn="base"/>
            <a:r>
              <a:rPr lang="pt-BR" sz="3300" dirty="0"/>
              <a:t>A recompensa +1 da meta propaga-se para trás pela equação de </a:t>
            </a:r>
            <a:r>
              <a:rPr lang="pt-BR" sz="3300" dirty="0" err="1"/>
              <a:t>Bellman</a:t>
            </a:r>
            <a:r>
              <a:rPr lang="pt-BR" sz="3300" dirty="0"/>
              <a:t>: cada estado vale aproximadamente </a:t>
            </a:r>
            <a:r>
              <a:rPr lang="pt-BR" sz="3300" dirty="0" err="1"/>
              <a:t>γd</a:t>
            </a:r>
            <a:r>
              <a:rPr lang="pt-BR" sz="3300" dirty="0"/>
              <a:t>, sendo d o número de passos até G.</a:t>
            </a:r>
          </a:p>
          <a:p>
            <a:pPr fontAlgn="base"/>
            <a:r>
              <a:rPr lang="pt-BR" sz="3300" dirty="0"/>
              <a:t>Com poucos episódios a Q-</a:t>
            </a:r>
            <a:r>
              <a:rPr lang="pt-BR" sz="3300" dirty="0" err="1"/>
              <a:t>table</a:t>
            </a:r>
            <a:r>
              <a:rPr lang="pt-BR" sz="3300" dirty="0"/>
              <a:t> ainda é quase nula; com exploração suficiente a política converge e contorna todos os obstáculos.</a:t>
            </a:r>
          </a:p>
          <a:p>
            <a:pPr fontAlgn="base"/>
            <a:endParaRPr lang="pt-BR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C2DCED-8D7C-4779-B12D-3CD456641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760" y="1210051"/>
            <a:ext cx="2481899" cy="2481899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877C3B34-FEF7-4E2B-BA3F-E85A0DDDBCFB}"/>
              </a:ext>
            </a:extLst>
          </p:cNvPr>
          <p:cNvSpPr/>
          <p:nvPr/>
        </p:nvSpPr>
        <p:spPr>
          <a:xfrm>
            <a:off x="749316" y="1402254"/>
            <a:ext cx="4236720" cy="3742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1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1100" dirty="0">
                <a:solidFill>
                  <a:srgbClr val="11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n_estados, n_acoes  = 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grid 4x4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obstaculos, meta    = [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alfa, gama, epsilon = 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0.95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np.zeros((n_estados, n_acoes))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1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episodio </a:t>
            </a:r>
            <a:r>
              <a:rPr lang="en-US" sz="1100" dirty="0">
                <a:solidFill>
                  <a:srgbClr val="11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11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np.random.choice(inicios)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11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passo </a:t>
            </a:r>
            <a:r>
              <a:rPr lang="en-US" sz="1100" dirty="0">
                <a:solidFill>
                  <a:srgbClr val="11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11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11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np.random.rand() &lt; epsilon: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 = np.random.randint(n_acoes)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11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 = np.argmax(Q[s])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s2 = proximo_estado(s, a)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 = recompensa(s2)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Q[s, a] += alfa * (r + gama*np.max(Q[s2]) - Q[s,a])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 = s2</a:t>
            </a:r>
            <a:endParaRPr lang="en-US" sz="1100" dirty="0"/>
          </a:p>
          <a:p>
            <a:pPr marL="0" indent="0">
              <a:lnSpc>
                <a:spcPts val="970"/>
              </a:lnSpc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11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terminal(s): </a:t>
            </a:r>
            <a:r>
              <a:rPr lang="en-US" sz="1100" dirty="0">
                <a:solidFill>
                  <a:srgbClr val="115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1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3BA8DF7-0C53-450F-A61F-D711442D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4472" y="4059337"/>
            <a:ext cx="6202477" cy="2171736"/>
          </a:xfrm>
          <a:prstGeom prst="rect">
            <a:avLst/>
          </a:prstGeom>
        </p:spPr>
      </p:pic>
      <p:sp>
        <p:nvSpPr>
          <p:cNvPr id="13" name="Text 13">
            <a:extLst>
              <a:ext uri="{FF2B5EF4-FFF2-40B4-BE49-F238E27FC236}">
                <a16:creationId xmlns:a16="http://schemas.microsoft.com/office/drawing/2014/main" id="{2C9F1303-CAFA-4474-97DE-E5661F900A84}"/>
              </a:ext>
            </a:extLst>
          </p:cNvPr>
          <p:cNvSpPr/>
          <p:nvPr/>
        </p:nvSpPr>
        <p:spPr>
          <a:xfrm>
            <a:off x="7545860" y="6192624"/>
            <a:ext cx="4414128" cy="30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aprendida em função do número de episódios de treinamento</a:t>
            </a:r>
            <a:r>
              <a:rPr lang="en-US" sz="7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04ACCBF-DA38-42BB-8167-8F2E3C6DFCFE}"/>
              </a:ext>
            </a:extLst>
          </p:cNvPr>
          <p:cNvSpPr/>
          <p:nvPr/>
        </p:nvSpPr>
        <p:spPr>
          <a:xfrm>
            <a:off x="4907030" y="4163487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episódio: caiu em H ou chegou a G</a:t>
            </a:r>
            <a:endParaRPr lang="en-US" sz="90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46AAAC9B-A5FF-49EF-AA33-9A272C520B36}"/>
              </a:ext>
            </a:extLst>
          </p:cNvPr>
          <p:cNvSpPr/>
          <p:nvPr/>
        </p:nvSpPr>
        <p:spPr>
          <a:xfrm>
            <a:off x="3187958" y="4382943"/>
            <a:ext cx="1664208" cy="914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  <a:headEnd type="triangle"/>
          </a:ln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35DBE3E-8383-4C4C-8178-3D24CA2D418B}"/>
              </a:ext>
            </a:extLst>
          </p:cNvPr>
          <p:cNvSpPr/>
          <p:nvPr/>
        </p:nvSpPr>
        <p:spPr>
          <a:xfrm>
            <a:off x="4382532" y="3295175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Equação de Bellman: Q ← Q + α · (erro TD)</a:t>
            </a:r>
            <a:endParaRPr lang="en-US" sz="9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A109D511-EF19-475B-A84E-D10BEDD21545}"/>
              </a:ext>
            </a:extLst>
          </p:cNvPr>
          <p:cNvSpPr/>
          <p:nvPr/>
        </p:nvSpPr>
        <p:spPr>
          <a:xfrm flipV="1">
            <a:off x="4126500" y="3514631"/>
            <a:ext cx="201168" cy="274320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  <a:headEnd type="triangle"/>
          </a:ln>
        </p:spPr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08F2F30B-6087-4360-BEC6-23AFF2EBE5A8}"/>
              </a:ext>
            </a:extLst>
          </p:cNvPr>
          <p:cNvSpPr/>
          <p:nvPr/>
        </p:nvSpPr>
        <p:spPr>
          <a:xfrm>
            <a:off x="4684275" y="2880858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ε-greedy: explora com prob. ε, senão escolhe argmax Q</a:t>
            </a:r>
            <a:endParaRPr lang="en-US" sz="90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B4A23E56-0384-4BEE-AEC6-B31A026BB0B7}"/>
              </a:ext>
            </a:extLst>
          </p:cNvPr>
          <p:cNvSpPr/>
          <p:nvPr/>
        </p:nvSpPr>
        <p:spPr>
          <a:xfrm>
            <a:off x="3486411" y="2807706"/>
            <a:ext cx="1143000" cy="292608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  <a:headEnd type="triangle"/>
          </a:ln>
        </p:spPr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5FCC2ED3-6A2F-4B80-856F-76CE401D5467}"/>
              </a:ext>
            </a:extLst>
          </p:cNvPr>
          <p:cNvSpPr/>
          <p:nvPr/>
        </p:nvSpPr>
        <p:spPr>
          <a:xfrm>
            <a:off x="4862588" y="2061978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Q-table: 16 estados × 4 ações, iniciada em zero</a:t>
            </a:r>
            <a:endParaRPr lang="en-US" sz="7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920612E2-DC94-4532-8258-40B40DB31052}"/>
              </a:ext>
            </a:extLst>
          </p:cNvPr>
          <p:cNvSpPr/>
          <p:nvPr/>
        </p:nvSpPr>
        <p:spPr>
          <a:xfrm>
            <a:off x="3436124" y="2231545"/>
            <a:ext cx="1371600" cy="914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  <a:headEnd type="triangle"/>
          </a:ln>
        </p:spPr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6CF003E5-4BDB-43BA-B7A4-48075462C917}"/>
              </a:ext>
            </a:extLst>
          </p:cNvPr>
          <p:cNvSpPr/>
          <p:nvPr/>
        </p:nvSpPr>
        <p:spPr>
          <a:xfrm>
            <a:off x="4888992" y="1679684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Hiperparâmetros: taxa α, desconto γ e exploração ε</a:t>
            </a:r>
            <a:endParaRPr lang="en-US" sz="90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2D58B1F2-A913-4E03-A48D-CB0B5F0B041F}"/>
              </a:ext>
            </a:extLst>
          </p:cNvPr>
          <p:cNvSpPr/>
          <p:nvPr/>
        </p:nvSpPr>
        <p:spPr>
          <a:xfrm>
            <a:off x="3572256" y="1957828"/>
            <a:ext cx="1261872" cy="914"/>
          </a:xfrm>
          <a:prstGeom prst="line">
            <a:avLst/>
          </a:prstGeom>
          <a:noFill/>
          <a:ln w="12700">
            <a:solidFill>
              <a:srgbClr val="C62828"/>
            </a:solidFill>
            <a:prstDash val="solid"/>
            <a:headEnd type="triangle"/>
          </a:ln>
        </p:spPr>
      </p:sp>
    </p:spTree>
    <p:extLst>
      <p:ext uri="{BB962C8B-B14F-4D97-AF65-F5344CB8AC3E}">
        <p14:creationId xmlns:p14="http://schemas.microsoft.com/office/powerpoint/2010/main" val="126431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B8438-E56E-2412-517C-8456E4CA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e limitações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E2B09C-6D56-4C9F-A364-B904CCE2F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endParaRPr lang="pt-BR" dirty="0"/>
          </a:p>
          <a:p>
            <a:pPr fontAlgn="base"/>
            <a:r>
              <a:rPr lang="pt-BR" b="1" dirty="0"/>
              <a:t>Simplicidade e boa performance em ambientes de agente único: </a:t>
            </a:r>
            <a:r>
              <a:rPr lang="pt-BR" dirty="0"/>
              <a:t>ao contrário de outros métodos, o </a:t>
            </a:r>
            <a:r>
              <a:rPr lang="pt-BR" dirty="0" err="1"/>
              <a:t>Q-Learning</a:t>
            </a:r>
            <a:r>
              <a:rPr lang="pt-BR" dirty="0"/>
              <a:t> é simples e apresenta excelente capacidade de aprendizado em ambientes com um único agente.</a:t>
            </a:r>
          </a:p>
          <a:p>
            <a:pPr fontAlgn="base"/>
            <a:r>
              <a:rPr lang="pt-BR" b="1" dirty="0"/>
              <a:t>Limitação: atualização única por ação: </a:t>
            </a:r>
            <a:r>
              <a:rPr lang="pt-BR" dirty="0"/>
              <a:t>o valor é atualizado apenas uma vez por ação; em espaços grandes, muitas combinações estado-ação podem </a:t>
            </a:r>
            <a:r>
              <a:rPr lang="pt-BR" b="1" dirty="0">
                <a:solidFill>
                  <a:srgbClr val="92D050"/>
                </a:solidFill>
              </a:rPr>
              <a:t>nunca ser experimentadas</a:t>
            </a:r>
            <a:r>
              <a:rPr lang="pt-BR" dirty="0"/>
              <a:t>.</a:t>
            </a:r>
            <a:endParaRPr lang="pt-BR" b="1" dirty="0"/>
          </a:p>
          <a:p>
            <a:pPr fontAlgn="base"/>
            <a:r>
              <a:rPr lang="pt-BR" b="1" dirty="0"/>
              <a:t>alto consumo de memória</a:t>
            </a:r>
            <a:r>
              <a:rPr lang="pt-BR" dirty="0"/>
              <a:t>: como a Q-</a:t>
            </a:r>
            <a:r>
              <a:rPr lang="pt-BR" dirty="0" err="1"/>
              <a:t>table</a:t>
            </a:r>
            <a:r>
              <a:rPr lang="pt-BR" dirty="0"/>
              <a:t> </a:t>
            </a:r>
            <a:r>
              <a:rPr lang="pt-BR" b="0" i="0" dirty="0">
                <a:solidFill>
                  <a:srgbClr val="201E1D"/>
                </a:solidFill>
                <a:effectLst/>
                <a:latin typeface="Source Serif 4"/>
              </a:rPr>
              <a:t> é pré-definida, exige memória de armazenamento considerável.</a:t>
            </a:r>
            <a:endParaRPr lang="pt-BR" dirty="0"/>
          </a:p>
          <a:p>
            <a:pPr fontAlgn="base"/>
            <a:r>
              <a:rPr lang="pt-BR" b="1" dirty="0"/>
              <a:t>desvantagem em ambientes multiagente: </a:t>
            </a:r>
            <a:r>
              <a:rPr lang="pt-BR" dirty="0"/>
              <a:t>com dois ou mais agentes o espaço estado-ação cresce demais e o </a:t>
            </a:r>
            <a:r>
              <a:rPr lang="pt-BR" dirty="0" err="1"/>
              <a:t>Q-Learning</a:t>
            </a:r>
            <a:r>
              <a:rPr lang="pt-BR" dirty="0"/>
              <a:t> básico não realiza aprendizado eficaz. </a:t>
            </a:r>
          </a:p>
          <a:p>
            <a:pPr fontAlgn="base"/>
            <a:r>
              <a:rPr lang="pt-BR" dirty="0"/>
              <a:t>Por isso surgem </a:t>
            </a:r>
            <a:r>
              <a:rPr lang="pt-BR" dirty="0">
                <a:solidFill>
                  <a:srgbClr val="00B0F0"/>
                </a:solidFill>
              </a:rPr>
              <a:t>aproximações</a:t>
            </a:r>
            <a:r>
              <a:rPr lang="pt-BR" dirty="0"/>
              <a:t> e </a:t>
            </a:r>
            <a:r>
              <a:rPr lang="pt-BR" dirty="0">
                <a:solidFill>
                  <a:srgbClr val="00B0F0"/>
                </a:solidFill>
              </a:rPr>
              <a:t>variantes</a:t>
            </a:r>
            <a:r>
              <a:rPr lang="pt-BR" dirty="0"/>
              <a:t> mais avançadas.</a:t>
            </a:r>
          </a:p>
          <a:p>
            <a:pPr fontAlgn="base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936044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 para Agente Único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b="1" dirty="0" err="1"/>
              <a:t>Deep</a:t>
            </a:r>
            <a:r>
              <a:rPr lang="pt-BR" b="1" dirty="0"/>
              <a:t> </a:t>
            </a:r>
            <a:r>
              <a:rPr lang="pt-BR" b="1" dirty="0" err="1"/>
              <a:t>Q-learning</a:t>
            </a:r>
            <a:r>
              <a:rPr lang="pt-BR" b="1" dirty="0"/>
              <a:t> </a:t>
            </a:r>
            <a:r>
              <a:rPr lang="pt-BR" dirty="0"/>
              <a:t>— substitui a tabela por uma rede neural </a:t>
            </a:r>
            <a:r>
              <a:rPr lang="pt-BR" b="1" dirty="0">
                <a:solidFill>
                  <a:srgbClr val="92D050"/>
                </a:solidFill>
              </a:rPr>
              <a:t>CNN</a:t>
            </a:r>
            <a:r>
              <a:rPr lang="pt-BR" dirty="0"/>
              <a:t>, com </a:t>
            </a:r>
            <a:r>
              <a:rPr lang="pt-BR" dirty="0" err="1"/>
              <a:t>experience</a:t>
            </a:r>
            <a:r>
              <a:rPr lang="pt-BR" dirty="0"/>
              <a:t> </a:t>
            </a:r>
            <a:r>
              <a:rPr lang="pt-BR" dirty="0">
                <a:solidFill>
                  <a:srgbClr val="00B0F0"/>
                </a:solidFill>
              </a:rPr>
              <a:t>replay</a:t>
            </a:r>
            <a:r>
              <a:rPr lang="pt-BR" dirty="0"/>
              <a:t> e </a:t>
            </a:r>
            <a:r>
              <a:rPr lang="pt-BR" dirty="0">
                <a:solidFill>
                  <a:srgbClr val="00B0F0"/>
                </a:solidFill>
              </a:rPr>
              <a:t>target network </a:t>
            </a:r>
            <a:r>
              <a:rPr lang="pt-BR" dirty="0"/>
              <a:t>para estabilizar o aprendizado.</a:t>
            </a:r>
          </a:p>
          <a:p>
            <a:pPr fontAlgn="base"/>
            <a:r>
              <a:rPr lang="pt-BR" b="1" dirty="0" err="1"/>
              <a:t>Hierarchical</a:t>
            </a:r>
            <a:r>
              <a:rPr lang="pt-BR" b="1" dirty="0"/>
              <a:t> </a:t>
            </a:r>
            <a:r>
              <a:rPr lang="pt-BR" b="1" dirty="0" err="1"/>
              <a:t>Q-learning</a:t>
            </a:r>
            <a:r>
              <a:rPr lang="pt-BR" b="1" dirty="0"/>
              <a:t> </a:t>
            </a:r>
            <a:r>
              <a:rPr lang="pt-BR" dirty="0"/>
              <a:t>— divide as ações em níveis alto/baixo (</a:t>
            </a:r>
            <a:r>
              <a:rPr lang="pt-BR" dirty="0">
                <a:solidFill>
                  <a:srgbClr val="00B0F0"/>
                </a:solidFill>
              </a:rPr>
              <a:t>abstract </a:t>
            </a:r>
            <a:r>
              <a:rPr lang="pt-BR" dirty="0" err="1">
                <a:solidFill>
                  <a:srgbClr val="00B0F0"/>
                </a:solidFill>
              </a:rPr>
              <a:t>actions</a:t>
            </a:r>
            <a:r>
              <a:rPr lang="pt-BR" dirty="0"/>
              <a:t>) para reduzir complexidade.</a:t>
            </a:r>
          </a:p>
          <a:p>
            <a:pPr fontAlgn="base"/>
            <a:r>
              <a:rPr lang="pt-BR" b="1" dirty="0"/>
              <a:t>Double </a:t>
            </a:r>
            <a:r>
              <a:rPr lang="pt-BR" b="1" dirty="0" err="1"/>
              <a:t>Q-learning</a:t>
            </a:r>
            <a:r>
              <a:rPr lang="pt-BR" b="1" dirty="0"/>
              <a:t> </a:t>
            </a:r>
            <a:r>
              <a:rPr lang="pt-BR" dirty="0"/>
              <a:t>— usa duas funções Q para reduzir o </a:t>
            </a:r>
            <a:r>
              <a:rPr lang="pt-BR" b="1" dirty="0">
                <a:solidFill>
                  <a:srgbClr val="92D050"/>
                </a:solidFill>
              </a:rPr>
              <a:t>viés de superestimação</a:t>
            </a:r>
            <a:r>
              <a:rPr lang="pt-BR" dirty="0"/>
              <a:t>.</a:t>
            </a:r>
          </a:p>
          <a:p>
            <a:pPr fontAlgn="base"/>
            <a:r>
              <a:rPr lang="pt-BR" dirty="0"/>
              <a:t>Outras variantes : </a:t>
            </a:r>
            <a:r>
              <a:rPr lang="pt-BR" dirty="0" err="1"/>
              <a:t>multistep</a:t>
            </a:r>
            <a:r>
              <a:rPr lang="pt-BR" dirty="0"/>
              <a:t> </a:t>
            </a:r>
            <a:r>
              <a:rPr lang="pt-BR" dirty="0" err="1"/>
              <a:t>Q-learning</a:t>
            </a:r>
            <a:r>
              <a:rPr lang="pt-BR" dirty="0"/>
              <a:t>, </a:t>
            </a:r>
            <a:r>
              <a:rPr lang="pt-BR" dirty="0" err="1"/>
              <a:t>Bayesian</a:t>
            </a:r>
            <a:r>
              <a:rPr lang="pt-BR" dirty="0"/>
              <a:t> </a:t>
            </a:r>
            <a:r>
              <a:rPr lang="pt-BR" dirty="0" err="1"/>
              <a:t>Q-learning</a:t>
            </a:r>
            <a:r>
              <a:rPr lang="pt-BR" dirty="0"/>
              <a:t>, </a:t>
            </a:r>
            <a:r>
              <a:rPr lang="pt-BR" dirty="0" err="1"/>
              <a:t>asynchronous</a:t>
            </a:r>
            <a:r>
              <a:rPr lang="pt-BR" dirty="0"/>
              <a:t> </a:t>
            </a:r>
            <a:r>
              <a:rPr lang="pt-BR" dirty="0" err="1"/>
              <a:t>stochastic</a:t>
            </a:r>
            <a:r>
              <a:rPr lang="pt-BR" dirty="0"/>
              <a:t> </a:t>
            </a:r>
            <a:r>
              <a:rPr lang="pt-BR" dirty="0" err="1"/>
              <a:t>Q-learning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Algoritmos Multiagente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pt-BR" b="1" dirty="0"/>
              <a:t>Modular </a:t>
            </a:r>
            <a:r>
              <a:rPr lang="pt-BR" b="1" dirty="0" err="1"/>
              <a:t>Q-learning</a:t>
            </a:r>
            <a:r>
              <a:rPr lang="pt-BR" b="1" dirty="0"/>
              <a:t> </a:t>
            </a:r>
            <a:r>
              <a:rPr lang="pt-BR" dirty="0"/>
              <a:t>— decompõe o problema grande em submódulos e integra decisões. </a:t>
            </a:r>
          </a:p>
          <a:p>
            <a:pPr fontAlgn="base"/>
            <a:r>
              <a:rPr lang="pt-BR" b="1" dirty="0" err="1"/>
              <a:t>Ant</a:t>
            </a:r>
            <a:r>
              <a:rPr lang="pt-BR" b="1" dirty="0"/>
              <a:t> </a:t>
            </a:r>
            <a:r>
              <a:rPr lang="pt-BR" b="1" dirty="0" err="1"/>
              <a:t>Q-learning</a:t>
            </a:r>
            <a:r>
              <a:rPr lang="pt-BR" b="1" dirty="0"/>
              <a:t> </a:t>
            </a:r>
            <a:r>
              <a:rPr lang="pt-BR" dirty="0"/>
              <a:t>— agentes cooperam compartilhando valores de recompensa.</a:t>
            </a:r>
          </a:p>
          <a:p>
            <a:pPr fontAlgn="base"/>
            <a:r>
              <a:rPr lang="pt-BR" b="1" dirty="0"/>
              <a:t>Nash </a:t>
            </a:r>
            <a:r>
              <a:rPr lang="pt-BR" b="1" dirty="0" err="1"/>
              <a:t>Q-learning</a:t>
            </a:r>
            <a:r>
              <a:rPr lang="pt-BR" b="1" dirty="0"/>
              <a:t> </a:t>
            </a:r>
            <a:r>
              <a:rPr lang="pt-BR" dirty="0"/>
              <a:t>— estende Q(</a:t>
            </a:r>
            <a:r>
              <a:rPr lang="pt-BR" dirty="0" err="1"/>
              <a:t>s,a</a:t>
            </a:r>
            <a:r>
              <a:rPr lang="pt-BR" dirty="0"/>
              <a:t>) para Q(s,a1...</a:t>
            </a:r>
            <a:r>
              <a:rPr lang="pt-BR" dirty="0" err="1"/>
              <a:t>an</a:t>
            </a:r>
            <a:r>
              <a:rPr lang="pt-BR" dirty="0"/>
              <a:t>); busca o equilíbrio de Nash entre agentes.</a:t>
            </a:r>
          </a:p>
          <a:p>
            <a:pPr fontAlgn="base"/>
            <a:r>
              <a:rPr lang="pt-BR" b="1" dirty="0" err="1"/>
              <a:t>Swarm-based</a:t>
            </a:r>
            <a:r>
              <a:rPr lang="pt-BR" b="1" dirty="0"/>
              <a:t> </a:t>
            </a:r>
            <a:r>
              <a:rPr lang="pt-BR" b="1" dirty="0" err="1"/>
              <a:t>Q-learning</a:t>
            </a:r>
            <a:r>
              <a:rPr lang="pt-BR" b="1" dirty="0"/>
              <a:t> </a:t>
            </a:r>
            <a:r>
              <a:rPr lang="pt-BR" dirty="0"/>
              <a:t>— combina </a:t>
            </a:r>
            <a:r>
              <a:rPr lang="pt-BR" dirty="0" err="1"/>
              <a:t>Particle</a:t>
            </a:r>
            <a:r>
              <a:rPr lang="pt-BR" dirty="0"/>
              <a:t> </a:t>
            </a:r>
            <a:r>
              <a:rPr lang="pt-BR" dirty="0" err="1"/>
              <a:t>Swarm</a:t>
            </a:r>
            <a:r>
              <a:rPr lang="pt-BR" dirty="0"/>
              <a:t> </a:t>
            </a:r>
            <a:r>
              <a:rPr lang="pt-BR" dirty="0" err="1"/>
              <a:t>Optimization</a:t>
            </a:r>
            <a:r>
              <a:rPr lang="pt-BR" dirty="0"/>
              <a:t> com </a:t>
            </a:r>
            <a:r>
              <a:rPr lang="pt-BR" dirty="0" err="1"/>
              <a:t>Q-learning</a:t>
            </a:r>
            <a:r>
              <a:rPr lang="pt-BR" dirty="0"/>
              <a:t> para convergir mais </a:t>
            </a:r>
            <a:r>
              <a:rPr lang="pt-BR" b="1" dirty="0">
                <a:solidFill>
                  <a:srgbClr val="92D050"/>
                </a:solidFill>
              </a:rPr>
              <a:t>rápido</a:t>
            </a:r>
          </a:p>
        </p:txBody>
      </p:sp>
    </p:spTree>
    <p:extLst>
      <p:ext uri="{BB962C8B-B14F-4D97-AF65-F5344CB8AC3E}">
        <p14:creationId xmlns:p14="http://schemas.microsoft.com/office/powerpoint/2010/main" val="364924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Aplicações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5488AE-34B4-EF1D-F674-507FF2FCD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pt-BR" b="1" dirty="0">
                <a:solidFill>
                  <a:srgbClr val="92D050"/>
                </a:solidFill>
              </a:rPr>
              <a:t>Jogos e Simulação </a:t>
            </a:r>
            <a:r>
              <a:rPr lang="pt-BR" dirty="0"/>
              <a:t>(</a:t>
            </a:r>
            <a:r>
              <a:rPr lang="pt-BR" dirty="0" err="1"/>
              <a:t>AlphaGo</a:t>
            </a:r>
            <a:r>
              <a:rPr lang="pt-BR" dirty="0"/>
              <a:t> , Atari) </a:t>
            </a:r>
          </a:p>
          <a:p>
            <a:pPr fontAlgn="base"/>
            <a:r>
              <a:rPr lang="pt-BR" b="1" dirty="0">
                <a:solidFill>
                  <a:srgbClr val="92D050"/>
                </a:solidFill>
              </a:rPr>
              <a:t>Robótica Autônoma </a:t>
            </a:r>
            <a:r>
              <a:rPr lang="pt-BR" dirty="0"/>
              <a:t>(Robôs aprendem a andar, evitar obstáculos, subir escadas)</a:t>
            </a:r>
          </a:p>
          <a:p>
            <a:pPr fontAlgn="base"/>
            <a:r>
              <a:rPr lang="pt-BR" b="1" dirty="0">
                <a:solidFill>
                  <a:srgbClr val="92D050"/>
                </a:solidFill>
              </a:rPr>
              <a:t>Energia</a:t>
            </a:r>
            <a:r>
              <a:rPr lang="pt-BR" dirty="0"/>
              <a:t> (</a:t>
            </a:r>
            <a:r>
              <a:rPr lang="pt-BR" dirty="0" err="1"/>
              <a:t>Microgrids</a:t>
            </a:r>
            <a:r>
              <a:rPr lang="pt-BR" dirty="0"/>
              <a:t> inteligentes: Equilibrar demanda com produção solar/eólica. Recarga de veículos elétricos: Aprender padrões de demanda)</a:t>
            </a:r>
          </a:p>
          <a:p>
            <a:pPr fontAlgn="base"/>
            <a:r>
              <a:rPr lang="pt-BR" b="1" dirty="0">
                <a:solidFill>
                  <a:srgbClr val="92D050"/>
                </a:solidFill>
              </a:rPr>
              <a:t>Saúde</a:t>
            </a:r>
            <a:r>
              <a:rPr lang="pt-BR" dirty="0"/>
              <a:t> (Tratamento de câncer: Determinar sequência e doses de quimioterapia, Controle de diabetes: Ajustar insulina em tempo real)</a:t>
            </a:r>
          </a:p>
          <a:p>
            <a:pPr fontAlgn="base"/>
            <a:r>
              <a:rPr lang="pt-BR" b="1" dirty="0">
                <a:solidFill>
                  <a:srgbClr val="92D050"/>
                </a:solidFill>
              </a:rPr>
              <a:t>Redes e Comunicações </a:t>
            </a:r>
            <a:r>
              <a:rPr lang="pt-BR" dirty="0"/>
              <a:t>(Roteamento: Decidir melhor caminho para pacotes em redes congestionadas. Alocação de recursos: Em redes 5G, </a:t>
            </a:r>
            <a:r>
              <a:rPr lang="pt-BR" dirty="0" err="1"/>
              <a:t>Q-Learning</a:t>
            </a:r>
            <a:r>
              <a:rPr lang="pt-BR" dirty="0"/>
              <a:t> otimiza uso de espectro) </a:t>
            </a:r>
          </a:p>
          <a:p>
            <a:pPr fontAlgn="base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8590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E502FC-4440-F5DA-F299-69CD15E70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Conclusão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359096-6B47-BEA3-55AD-95F90CDC8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pt-BR" dirty="0" err="1"/>
              <a:t>Q-Learning</a:t>
            </a:r>
            <a:r>
              <a:rPr lang="pt-BR" dirty="0"/>
              <a:t> é um algoritmo off-</a:t>
            </a:r>
            <a:r>
              <a:rPr lang="pt-BR" dirty="0" err="1"/>
              <a:t>policy</a:t>
            </a:r>
            <a:r>
              <a:rPr lang="pt-BR" dirty="0"/>
              <a:t> que aprende a melhor ação para cada estado.</a:t>
            </a:r>
          </a:p>
          <a:p>
            <a:pPr fontAlgn="base"/>
            <a:r>
              <a:rPr lang="pt-BR" dirty="0"/>
              <a:t>Suas variantes atendem problemas de agente único e multiagente.</a:t>
            </a:r>
          </a:p>
          <a:p>
            <a:pPr fontAlgn="base"/>
            <a:r>
              <a:rPr lang="pt-BR" dirty="0"/>
              <a:t>Métodos avançados podem ser desnecessários em problemas simples, mas superam o </a:t>
            </a:r>
            <a:r>
              <a:rPr lang="pt-BR" dirty="0" err="1"/>
              <a:t>Q-Learning</a:t>
            </a:r>
            <a:r>
              <a:rPr lang="pt-BR" dirty="0"/>
              <a:t> básico em ambientes complexos.</a:t>
            </a:r>
          </a:p>
          <a:p>
            <a:pPr fontAlgn="base"/>
            <a:r>
              <a:rPr lang="pt-BR" dirty="0"/>
              <a:t>Com o avanço da Inteligência Artificial, o </a:t>
            </a:r>
            <a:r>
              <a:rPr lang="pt-BR" dirty="0" err="1"/>
              <a:t>Q-Learning</a:t>
            </a:r>
            <a:r>
              <a:rPr lang="pt-BR" dirty="0"/>
              <a:t> segue como base para sistemas inteligentes.</a:t>
            </a:r>
          </a:p>
          <a:p>
            <a:pPr fontAlgn="base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2530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A32550-8C76-B013-2EC7-989D8C3B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043237-7757-7557-B63E-D4EB5152D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B. Jang, M. Kim, G. </a:t>
            </a:r>
            <a:r>
              <a:rPr lang="pt-BR" dirty="0" err="1"/>
              <a:t>Harerimana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J. W. Kim, "</a:t>
            </a:r>
            <a:r>
              <a:rPr lang="pt-BR" dirty="0" err="1"/>
              <a:t>Q-Learning</a:t>
            </a:r>
            <a:r>
              <a:rPr lang="pt-BR" dirty="0"/>
              <a:t> </a:t>
            </a:r>
            <a:r>
              <a:rPr lang="pt-BR" dirty="0" err="1"/>
              <a:t>Algorithms</a:t>
            </a:r>
            <a:r>
              <a:rPr lang="pt-BR" dirty="0"/>
              <a:t>: A </a:t>
            </a:r>
            <a:r>
              <a:rPr lang="pt-BR" dirty="0" err="1"/>
              <a:t>Comprehensive</a:t>
            </a:r>
            <a:r>
              <a:rPr lang="pt-BR" dirty="0"/>
              <a:t> </a:t>
            </a:r>
            <a:r>
              <a:rPr lang="pt-BR" dirty="0" err="1"/>
              <a:t>Classification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Applications</a:t>
            </a:r>
            <a:r>
              <a:rPr lang="pt-BR" dirty="0"/>
              <a:t>," in IEEE Access, vol. 7, </a:t>
            </a:r>
            <a:r>
              <a:rPr lang="pt-BR" dirty="0" err="1"/>
              <a:t>Sep</a:t>
            </a:r>
            <a:r>
              <a:rPr lang="pt-BR" dirty="0"/>
              <a:t>, 2019, pp. 133653-133667.</a:t>
            </a:r>
          </a:p>
          <a:p>
            <a:r>
              <a:rPr lang="en-US" dirty="0"/>
              <a:t>Data Science Academy. Deep Learning Book, 2025. </a:t>
            </a:r>
            <a:r>
              <a:rPr lang="en-US" dirty="0" err="1"/>
              <a:t>Disponível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: https://www.deeplearningbook.com.br/.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72649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b="1" dirty="0"/>
              <a:t>https://forms.gle/oUpPcLaf7JKeHW917</a:t>
            </a:r>
            <a:endParaRPr lang="pt-BR" sz="6600" b="1" i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77659C0-C9EF-669A-9F0B-A8AA3F82AA61}"/>
              </a:ext>
            </a:extLst>
          </p:cNvPr>
          <p:cNvSpPr txBox="1"/>
          <p:nvPr/>
        </p:nvSpPr>
        <p:spPr>
          <a:xfrm>
            <a:off x="2955533" y="162236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i="1" dirty="0"/>
              <a:t>Quiz</a:t>
            </a:r>
            <a:endParaRPr lang="pt-BR" sz="1800" b="1" i="1" dirty="0"/>
          </a:p>
        </p:txBody>
      </p:sp>
    </p:spTree>
    <p:extLst>
      <p:ext uri="{BB962C8B-B14F-4D97-AF65-F5344CB8AC3E}">
        <p14:creationId xmlns:p14="http://schemas.microsoft.com/office/powerpoint/2010/main" val="26557046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30433973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10384</TotalTime>
  <Words>2510</Words>
  <Application>Microsoft Office PowerPoint</Application>
  <PresentationFormat>Widescreen</PresentationFormat>
  <Paragraphs>178</Paragraphs>
  <Slides>20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Corpo</vt:lpstr>
      <vt:lpstr>Calibri Light</vt:lpstr>
      <vt:lpstr>Consolas</vt:lpstr>
      <vt:lpstr>Source Serif 4</vt:lpstr>
      <vt:lpstr>Tema do Office</vt:lpstr>
      <vt:lpstr>TP558 - Tópicos avançados em Machine Learning: Q-Learning</vt:lpstr>
      <vt:lpstr>Contexto</vt:lpstr>
      <vt:lpstr>Introdução</vt:lpstr>
      <vt:lpstr>Introdução</vt:lpstr>
      <vt:lpstr>FUNDAMENTOS MATEMÁTICOS </vt:lpstr>
      <vt:lpstr>FUNDAMENTOS MATEMÁTICOS </vt:lpstr>
      <vt:lpstr>A Equação de Bellman</vt:lpstr>
      <vt:lpstr>A Equação de Bellman de Otimalidade </vt:lpstr>
      <vt:lpstr>A regra de atualização</vt:lpstr>
      <vt:lpstr>A Q-table</vt:lpstr>
      <vt:lpstr>Exemplo: Q-Learning </vt:lpstr>
      <vt:lpstr>Vantagens e limitações</vt:lpstr>
      <vt:lpstr>Algoritmos para Agente Único</vt:lpstr>
      <vt:lpstr>Algoritmos Multiagente </vt:lpstr>
      <vt:lpstr>Aplicações</vt:lpstr>
      <vt:lpstr>Conclusão</vt:lpstr>
      <vt:lpstr>Apresentação do PowerPoint</vt:lpstr>
      <vt:lpstr>Referências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Bryan Fernando Sarango Rodriguez</cp:lastModifiedBy>
  <cp:revision>1731</cp:revision>
  <dcterms:created xsi:type="dcterms:W3CDTF">2020-01-20T13:50:05Z</dcterms:created>
  <dcterms:modified xsi:type="dcterms:W3CDTF">2026-08-17T19:31:06Z</dcterms:modified>
</cp:coreProperties>
</file>