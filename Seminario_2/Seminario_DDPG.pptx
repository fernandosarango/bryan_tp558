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83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89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86" r:id="rId19"/>
    <p:sldId id="287" r:id="rId20"/>
    <p:sldId id="284" r:id="rId21"/>
    <p:sldId id="275" r:id="rId22"/>
    <p:sldId id="276" r:id="rId23"/>
    <p:sldId id="279" r:id="rId24"/>
    <p:sldId id="280" r:id="rId25"/>
    <p:sldId id="278" r:id="rId26"/>
    <p:sldId id="282" r:id="rId27"/>
    <p:sldId id="281" r:id="rId2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Fernando Sarango Rodriguez" userId="b88c460d-539d-4987-a9c8-d95e779f98d2" providerId="ADAL" clId="{4F546B9E-9867-48D4-A9A1-6481F7C6B252}"/>
    <pc:docChg chg="undo custSel addSld delSld modSld sldOrd">
      <pc:chgData name="Bryan Fernando Sarango Rodriguez" userId="b88c460d-539d-4987-a9c8-d95e779f98d2" providerId="ADAL" clId="{4F546B9E-9867-48D4-A9A1-6481F7C6B252}" dt="2026-08-31T17:04:28.866" v="1129" actId="478"/>
      <pc:docMkLst>
        <pc:docMk/>
      </pc:docMkLst>
      <pc:sldChg chg="modSp del mod">
        <pc:chgData name="Bryan Fernando Sarango Rodriguez" userId="b88c460d-539d-4987-a9c8-d95e779f98d2" providerId="ADAL" clId="{4F546B9E-9867-48D4-A9A1-6481F7C6B252}" dt="2026-08-30T14:39:15.490" v="122" actId="2696"/>
        <pc:sldMkLst>
          <pc:docMk/>
          <pc:sldMk cId="0" sldId="256"/>
        </pc:sldMkLst>
        <pc:spChg chg="mod">
          <ac:chgData name="Bryan Fernando Sarango Rodriguez" userId="b88c460d-539d-4987-a9c8-d95e779f98d2" providerId="ADAL" clId="{4F546B9E-9867-48D4-A9A1-6481F7C6B252}" dt="2026-08-30T14:38:36.452" v="119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0T14:30:01.852" v="117" actId="1076"/>
          <ac:spMkLst>
            <pc:docMk/>
            <pc:sldMk cId="0" sldId="256"/>
            <ac:spMk id="3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0T18:14:02.010" v="169" actId="478"/>
        <pc:sldMkLst>
          <pc:docMk/>
          <pc:sldMk cId="0" sldId="257"/>
        </pc:sldMkLst>
        <pc:spChg chg="mod">
          <ac:chgData name="Bryan Fernando Sarango Rodriguez" userId="b88c460d-539d-4987-a9c8-d95e779f98d2" providerId="ADAL" clId="{4F546B9E-9867-48D4-A9A1-6481F7C6B252}" dt="2026-08-30T15:44:18.144" v="140" actId="113"/>
          <ac:spMkLst>
            <pc:docMk/>
            <pc:sldMk cId="0" sldId="257"/>
            <ac:spMk id="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0T18:14:02.010" v="169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0T15:44:15.082" v="139" actId="113"/>
          <ac:spMkLst>
            <pc:docMk/>
            <pc:sldMk cId="0" sldId="257"/>
            <ac:spMk id="4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0T15:44:23.049" v="141" actId="113"/>
          <ac:spMkLst>
            <pc:docMk/>
            <pc:sldMk cId="0" sldId="257"/>
            <ac:spMk id="7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5:25.629" v="95" actId="114"/>
          <ac:spMkLst>
            <pc:docMk/>
            <pc:sldMk cId="0" sldId="257"/>
            <ac:spMk id="8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0T15:44:25.437" v="142" actId="11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0T17:06:04.653" v="161" actId="6549"/>
          <ac:spMkLst>
            <pc:docMk/>
            <pc:sldMk cId="0" sldId="257"/>
            <ac:spMk id="11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0T15:44:30.105" v="143" actId="113"/>
          <ac:spMkLst>
            <pc:docMk/>
            <pc:sldMk cId="0" sldId="257"/>
            <ac:spMk id="15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0T18:13:58.930" v="168" actId="478"/>
        <pc:sldMkLst>
          <pc:docMk/>
          <pc:sldMk cId="0" sldId="258"/>
        </pc:sldMkLst>
        <pc:spChg chg="del">
          <ac:chgData name="Bryan Fernando Sarango Rodriguez" userId="b88c460d-539d-4987-a9c8-d95e779f98d2" providerId="ADAL" clId="{4F546B9E-9867-48D4-A9A1-6481F7C6B252}" dt="2026-08-30T18:13:58.930" v="168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340" v="40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329" v="39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58:54.448" v="113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59:07.063" v="115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58:22.329" v="102" actId="2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329" v="38" actId="27636"/>
          <ac:spMkLst>
            <pc:docMk/>
            <pc:sldMk cId="0" sldId="258"/>
            <ac:spMk id="19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0T18:13:55.833" v="167" actId="478"/>
        <pc:sldMkLst>
          <pc:docMk/>
          <pc:sldMk cId="0" sldId="259"/>
        </pc:sldMkLst>
        <pc:spChg chg="del">
          <ac:chgData name="Bryan Fernando Sarango Rodriguez" userId="b88c460d-539d-4987-a9c8-d95e779f98d2" providerId="ADAL" clId="{4F546B9E-9867-48D4-A9A1-6481F7C6B252}" dt="2026-08-30T18:13:55.833" v="167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340" v="42" actId="27636"/>
          <ac:spMkLst>
            <pc:docMk/>
            <pc:sldMk cId="0" sldId="259"/>
            <ac:spMk id="4" creationId="{00000000-0000-0000-0000-000000000000}"/>
          </ac:spMkLst>
        </pc:spChg>
      </pc:sldChg>
      <pc:sldChg chg="delSp modSp mod modShow">
        <pc:chgData name="Bryan Fernando Sarango Rodriguez" userId="b88c460d-539d-4987-a9c8-d95e779f98d2" providerId="ADAL" clId="{4F546B9E-9867-48D4-A9A1-6481F7C6B252}" dt="2026-08-30T18:14:06.578" v="170" actId="478"/>
        <pc:sldMkLst>
          <pc:docMk/>
          <pc:sldMk cId="0" sldId="260"/>
        </pc:sldMkLst>
        <pc:spChg chg="del">
          <ac:chgData name="Bryan Fernando Sarango Rodriguez" userId="b88c460d-539d-4987-a9c8-d95e779f98d2" providerId="ADAL" clId="{4F546B9E-9867-48D4-A9A1-6481F7C6B252}" dt="2026-08-30T18:14:06.578" v="170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355" v="45" actId="276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355" v="47" actId="27636"/>
          <ac:spMkLst>
            <pc:docMk/>
            <pc:sldMk cId="0" sldId="260"/>
            <ac:spMk id="6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355" v="46" actId="27636"/>
          <ac:spMkLst>
            <pc:docMk/>
            <pc:sldMk cId="0" sldId="260"/>
            <ac:spMk id="9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355" v="48" actId="2763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355" v="43" actId="2763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355" v="44" actId="27636"/>
          <ac:spMkLst>
            <pc:docMk/>
            <pc:sldMk cId="0" sldId="260"/>
            <ac:spMk id="18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1T14:33:51.579" v="325" actId="27636"/>
        <pc:sldMkLst>
          <pc:docMk/>
          <pc:sldMk cId="0" sldId="261"/>
        </pc:sldMkLst>
        <pc:spChg chg="mod">
          <ac:chgData name="Bryan Fernando Sarango Rodriguez" userId="b88c460d-539d-4987-a9c8-d95e779f98d2" providerId="ADAL" clId="{4F546B9E-9867-48D4-A9A1-6481F7C6B252}" dt="2026-08-31T14:33:51.579" v="325" actId="27636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Bryan Fernando Sarango Rodriguez" userId="b88c460d-539d-4987-a9c8-d95e779f98d2" providerId="ADAL" clId="{4F546B9E-9867-48D4-A9A1-6481F7C6B252}" dt="2026-08-30T18:06:38.362" v="163" actId="478"/>
          <ac:spMkLst>
            <pc:docMk/>
            <pc:sldMk cId="0" sldId="261"/>
            <ac:spMk id="4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0T18:13:51.203" v="166" actId="478"/>
        <pc:sldMkLst>
          <pc:docMk/>
          <pc:sldMk cId="0" sldId="262"/>
        </pc:sldMkLst>
        <pc:spChg chg="del">
          <ac:chgData name="Bryan Fernando Sarango Rodriguez" userId="b88c460d-539d-4987-a9c8-d95e779f98d2" providerId="ADAL" clId="{4F546B9E-9867-48D4-A9A1-6481F7C6B252}" dt="2026-08-30T18:13:51.203" v="166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371" v="50" actId="27636"/>
          <ac:spMkLst>
            <pc:docMk/>
            <pc:sldMk cId="0" sldId="262"/>
            <ac:spMk id="4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0T19:03:11.715" v="171" actId="478"/>
        <pc:sldMkLst>
          <pc:docMk/>
          <pc:sldMk cId="0" sldId="263"/>
        </pc:sldMkLst>
        <pc:spChg chg="del">
          <ac:chgData name="Bryan Fernando Sarango Rodriguez" userId="b88c460d-539d-4987-a9c8-d95e779f98d2" providerId="ADAL" clId="{4F546B9E-9867-48D4-A9A1-6481F7C6B252}" dt="2026-08-30T19:03:11.715" v="171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391" v="51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391" v="52" actId="27636"/>
          <ac:spMkLst>
            <pc:docMk/>
            <pc:sldMk cId="0" sldId="263"/>
            <ac:spMk id="12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0T19:03:16.636" v="172" actId="478"/>
        <pc:sldMkLst>
          <pc:docMk/>
          <pc:sldMk cId="0" sldId="264"/>
        </pc:sldMkLst>
        <pc:spChg chg="del">
          <ac:chgData name="Bryan Fernando Sarango Rodriguez" userId="b88c460d-539d-4987-a9c8-d95e779f98d2" providerId="ADAL" clId="{4F546B9E-9867-48D4-A9A1-6481F7C6B252}" dt="2026-08-30T19:03:16.636" v="172" actId="478"/>
          <ac:spMkLst>
            <pc:docMk/>
            <pc:sldMk cId="0" sldId="264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411" v="53" actId="27636"/>
          <ac:spMkLst>
            <pc:docMk/>
            <pc:sldMk cId="0" sldId="264"/>
            <ac:spMk id="4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1T17:04:12.453" v="1128" actId="27636"/>
        <pc:sldMkLst>
          <pc:docMk/>
          <pc:sldMk cId="0" sldId="265"/>
        </pc:sldMkLst>
        <pc:spChg chg="del">
          <ac:chgData name="Bryan Fernando Sarango Rodriguez" userId="b88c460d-539d-4987-a9c8-d95e779f98d2" providerId="ADAL" clId="{4F546B9E-9867-48D4-A9A1-6481F7C6B252}" dt="2026-08-30T19:03:19.939" v="173" actId="478"/>
          <ac:spMkLst>
            <pc:docMk/>
            <pc:sldMk cId="0" sldId="265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419" v="54" actId="27636"/>
          <ac:spMkLst>
            <pc:docMk/>
            <pc:sldMk cId="0" sldId="265"/>
            <ac:spMk id="4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0T14:46:33.876" v="132" actId="113"/>
          <ac:spMkLst>
            <pc:docMk/>
            <pc:sldMk cId="0" sldId="265"/>
            <ac:spMk id="7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0T14:46:29.906" v="131" actId="113"/>
          <ac:spMkLst>
            <pc:docMk/>
            <pc:sldMk cId="0" sldId="265"/>
            <ac:spMk id="10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0T14:46:05.325" v="128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7:04:09.657" v="1126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7:04:12.453" v="1128" actId="2763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0T14:46:38.548" v="133" actId="113"/>
          <ac:spMkLst>
            <pc:docMk/>
            <pc:sldMk cId="0" sldId="265"/>
            <ac:spMk id="19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0T14:46:55.240" v="136" actId="2057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0T14:46:41.737" v="134" actId="113"/>
          <ac:spMkLst>
            <pc:docMk/>
            <pc:sldMk cId="0" sldId="265"/>
            <ac:spMk id="2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0T14:46:47.820" v="135" actId="403"/>
          <ac:spMkLst>
            <pc:docMk/>
            <pc:sldMk cId="0" sldId="265"/>
            <ac:spMk id="25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0T19:03:23.204" v="174" actId="478"/>
        <pc:sldMkLst>
          <pc:docMk/>
          <pc:sldMk cId="0" sldId="266"/>
        </pc:sldMkLst>
        <pc:spChg chg="del">
          <ac:chgData name="Bryan Fernando Sarango Rodriguez" userId="b88c460d-539d-4987-a9c8-d95e779f98d2" providerId="ADAL" clId="{4F546B9E-9867-48D4-A9A1-6481F7C6B252}" dt="2026-08-30T19:03:23.204" v="174" actId="478"/>
          <ac:spMkLst>
            <pc:docMk/>
            <pc:sldMk cId="0" sldId="266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436" v="58" actId="27636"/>
          <ac:spMkLst>
            <pc:docMk/>
            <pc:sldMk cId="0" sldId="266"/>
            <ac:spMk id="4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436" v="57" actId="27636"/>
          <ac:spMkLst>
            <pc:docMk/>
            <pc:sldMk cId="0" sldId="266"/>
            <ac:spMk id="11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0T19:03:27.569" v="175" actId="478"/>
        <pc:sldMkLst>
          <pc:docMk/>
          <pc:sldMk cId="0" sldId="267"/>
        </pc:sldMkLst>
        <pc:spChg chg="del">
          <ac:chgData name="Bryan Fernando Sarango Rodriguez" userId="b88c460d-539d-4987-a9c8-d95e779f98d2" providerId="ADAL" clId="{4F546B9E-9867-48D4-A9A1-6481F7C6B252}" dt="2026-08-30T19:03:27.569" v="175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436" v="59" actId="27636"/>
          <ac:spMkLst>
            <pc:docMk/>
            <pc:sldMk cId="0" sldId="267"/>
            <ac:spMk id="4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0T19:03:30.869" v="176" actId="478"/>
        <pc:sldMkLst>
          <pc:docMk/>
          <pc:sldMk cId="0" sldId="268"/>
        </pc:sldMkLst>
        <pc:spChg chg="del">
          <ac:chgData name="Bryan Fernando Sarango Rodriguez" userId="b88c460d-539d-4987-a9c8-d95e779f98d2" providerId="ADAL" clId="{4F546B9E-9867-48D4-A9A1-6481F7C6B252}" dt="2026-08-30T19:03:30.869" v="176" actId="478"/>
          <ac:spMkLst>
            <pc:docMk/>
            <pc:sldMk cId="0" sldId="268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450" v="60" actId="27636"/>
          <ac:spMkLst>
            <pc:docMk/>
            <pc:sldMk cId="0" sldId="268"/>
            <ac:spMk id="4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0T19:03:35.369" v="178" actId="478"/>
        <pc:sldMkLst>
          <pc:docMk/>
          <pc:sldMk cId="0" sldId="269"/>
        </pc:sldMkLst>
        <pc:spChg chg="del mod">
          <ac:chgData name="Bryan Fernando Sarango Rodriguez" userId="b88c460d-539d-4987-a9c8-d95e779f98d2" providerId="ADAL" clId="{4F546B9E-9867-48D4-A9A1-6481F7C6B252}" dt="2026-08-30T19:03:35.369" v="178" actId="478"/>
          <ac:spMkLst>
            <pc:docMk/>
            <pc:sldMk cId="0" sldId="269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466" v="61" actId="27636"/>
          <ac:spMkLst>
            <pc:docMk/>
            <pc:sldMk cId="0" sldId="269"/>
            <ac:spMk id="4" creationId="{00000000-0000-0000-0000-000000000000}"/>
          </ac:spMkLst>
        </pc:spChg>
        <pc:picChg chg="mod">
          <ac:chgData name="Bryan Fernando Sarango Rodriguez" userId="b88c460d-539d-4987-a9c8-d95e779f98d2" providerId="ADAL" clId="{4F546B9E-9867-48D4-A9A1-6481F7C6B252}" dt="2026-08-30T15:18:08.548" v="137" actId="1076"/>
          <ac:picMkLst>
            <pc:docMk/>
            <pc:sldMk cId="0" sldId="269"/>
            <ac:picMk id="6" creationId="{00000000-0000-0000-0000-000000000000}"/>
          </ac:picMkLst>
        </pc:picChg>
      </pc:sldChg>
      <pc:sldChg chg="delSp modSp mod">
        <pc:chgData name="Bryan Fernando Sarango Rodriguez" userId="b88c460d-539d-4987-a9c8-d95e779f98d2" providerId="ADAL" clId="{4F546B9E-9867-48D4-A9A1-6481F7C6B252}" dt="2026-08-30T19:03:39.357" v="179" actId="478"/>
        <pc:sldMkLst>
          <pc:docMk/>
          <pc:sldMk cId="0" sldId="270"/>
        </pc:sldMkLst>
        <pc:spChg chg="del">
          <ac:chgData name="Bryan Fernando Sarango Rodriguez" userId="b88c460d-539d-4987-a9c8-d95e779f98d2" providerId="ADAL" clId="{4F546B9E-9867-48D4-A9A1-6481F7C6B252}" dt="2026-08-30T19:03:39.357" v="179" actId="478"/>
          <ac:spMkLst>
            <pc:docMk/>
            <pc:sldMk cId="0" sldId="270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466" v="62" actId="27636"/>
          <ac:spMkLst>
            <pc:docMk/>
            <pc:sldMk cId="0" sldId="270"/>
            <ac:spMk id="4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0T19:03:42.771" v="180" actId="478"/>
        <pc:sldMkLst>
          <pc:docMk/>
          <pc:sldMk cId="0" sldId="271"/>
        </pc:sldMkLst>
        <pc:spChg chg="del">
          <ac:chgData name="Bryan Fernando Sarango Rodriguez" userId="b88c460d-539d-4987-a9c8-d95e779f98d2" providerId="ADAL" clId="{4F546B9E-9867-48D4-A9A1-6481F7C6B252}" dt="2026-08-30T19:03:42.771" v="180" actId="478"/>
          <ac:spMkLst>
            <pc:docMk/>
            <pc:sldMk cId="0" sldId="271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494" v="63" actId="27636"/>
          <ac:spMkLst>
            <pc:docMk/>
            <pc:sldMk cId="0" sldId="271"/>
            <ac:spMk id="4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0T19:03:46.196" v="181" actId="478"/>
        <pc:sldMkLst>
          <pc:docMk/>
          <pc:sldMk cId="0" sldId="272"/>
        </pc:sldMkLst>
        <pc:spChg chg="del">
          <ac:chgData name="Bryan Fernando Sarango Rodriguez" userId="b88c460d-539d-4987-a9c8-d95e779f98d2" providerId="ADAL" clId="{4F546B9E-9867-48D4-A9A1-6481F7C6B252}" dt="2026-08-30T19:03:46.196" v="181" actId="478"/>
          <ac:spMkLst>
            <pc:docMk/>
            <pc:sldMk cId="0" sldId="272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497" v="64" actId="27636"/>
          <ac:spMkLst>
            <pc:docMk/>
            <pc:sldMk cId="0" sldId="272"/>
            <ac:spMk id="4" creationId="{00000000-0000-0000-0000-000000000000}"/>
          </ac:spMkLst>
        </pc:spChg>
      </pc:sldChg>
      <pc:sldChg chg="modSp del mod modShow">
        <pc:chgData name="Bryan Fernando Sarango Rodriguez" userId="b88c460d-539d-4987-a9c8-d95e779f98d2" providerId="ADAL" clId="{4F546B9E-9867-48D4-A9A1-6481F7C6B252}" dt="2026-08-31T15:55:39.478" v="1086" actId="2696"/>
        <pc:sldMkLst>
          <pc:docMk/>
          <pc:sldMk cId="0" sldId="273"/>
        </pc:sldMkLst>
        <pc:spChg chg="mod">
          <ac:chgData name="Bryan Fernando Sarango Rodriguez" userId="b88c460d-539d-4987-a9c8-d95e779f98d2" providerId="ADAL" clId="{4F546B9E-9867-48D4-A9A1-6481F7C6B252}" dt="2026-08-30T14:38:36.556" v="121" actId="27636"/>
          <ac:spMkLst>
            <pc:docMk/>
            <pc:sldMk cId="0" sldId="273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33:51.649" v="326" actId="27636"/>
          <ac:spMkLst>
            <pc:docMk/>
            <pc:sldMk cId="0" sldId="273"/>
            <ac:spMk id="4" creationId="{00000000-0000-0000-0000-000000000000}"/>
          </ac:spMkLst>
        </pc:spChg>
      </pc:sldChg>
      <pc:sldChg chg="addSp delSp modSp mod">
        <pc:chgData name="Bryan Fernando Sarango Rodriguez" userId="b88c460d-539d-4987-a9c8-d95e779f98d2" providerId="ADAL" clId="{4F546B9E-9867-48D4-A9A1-6481F7C6B252}" dt="2026-08-31T15:55:25.646" v="1085" actId="20577"/>
        <pc:sldMkLst>
          <pc:docMk/>
          <pc:sldMk cId="0" sldId="274"/>
        </pc:sldMkLst>
        <pc:spChg chg="del">
          <ac:chgData name="Bryan Fernando Sarango Rodriguez" userId="b88c460d-539d-4987-a9c8-d95e779f98d2" providerId="ADAL" clId="{4F546B9E-9867-48D4-A9A1-6481F7C6B252}" dt="2026-08-30T19:04:05.159" v="183" actId="478"/>
          <ac:spMkLst>
            <pc:docMk/>
            <pc:sldMk cId="0" sldId="274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5:55:25.646" v="1085" actId="20577"/>
          <ac:spMkLst>
            <pc:docMk/>
            <pc:sldMk cId="0" sldId="274"/>
            <ac:spMk id="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30:14.900" v="207" actId="478"/>
          <ac:spMkLst>
            <pc:docMk/>
            <pc:sldMk cId="0" sldId="274"/>
            <ac:spMk id="6" creationId="{00000000-0000-0000-0000-000000000000}"/>
          </ac:spMkLst>
        </pc:spChg>
        <pc:spChg chg="del mod">
          <ac:chgData name="Bryan Fernando Sarango Rodriguez" userId="b88c460d-539d-4987-a9c8-d95e779f98d2" providerId="ADAL" clId="{4F546B9E-9867-48D4-A9A1-6481F7C6B252}" dt="2026-08-31T14:25:59.596" v="191" actId="478"/>
          <ac:spMkLst>
            <pc:docMk/>
            <pc:sldMk cId="0" sldId="274"/>
            <ac:spMk id="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30:20.838" v="210" actId="478"/>
          <ac:spMkLst>
            <pc:docMk/>
            <pc:sldMk cId="0" sldId="274"/>
            <ac:spMk id="8" creationId="{00000000-0000-0000-0000-000000000000}"/>
          </ac:spMkLst>
        </pc:spChg>
        <pc:spChg chg="add del mod">
          <ac:chgData name="Bryan Fernando Sarango Rodriguez" userId="b88c460d-539d-4987-a9c8-d95e779f98d2" providerId="ADAL" clId="{4F546B9E-9867-48D4-A9A1-6481F7C6B252}" dt="2026-08-31T14:33:08.926" v="313" actId="478"/>
          <ac:spMkLst>
            <pc:docMk/>
            <pc:sldMk cId="0" sldId="274"/>
            <ac:spMk id="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30:31.770" v="214" actId="478"/>
          <ac:spMkLst>
            <pc:docMk/>
            <pc:sldMk cId="0" sldId="274"/>
            <ac:spMk id="10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43:44.899" v="474" actId="1076"/>
          <ac:spMkLst>
            <pc:docMk/>
            <pc:sldMk cId="0" sldId="274"/>
            <ac:spMk id="1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30:25.747" v="212" actId="478"/>
          <ac:spMkLst>
            <pc:docMk/>
            <pc:sldMk cId="0" sldId="274"/>
            <ac:spMk id="12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42:12.984" v="454" actId="1076"/>
          <ac:spMkLst>
            <pc:docMk/>
            <pc:sldMk cId="0" sldId="274"/>
            <ac:spMk id="1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30:24.749" v="211" actId="478"/>
          <ac:spMkLst>
            <pc:docMk/>
            <pc:sldMk cId="0" sldId="274"/>
            <ac:spMk id="14" creationId="{00000000-0000-0000-0000-000000000000}"/>
          </ac:spMkLst>
        </pc:spChg>
        <pc:spChg chg="del mod">
          <ac:chgData name="Bryan Fernando Sarango Rodriguez" userId="b88c460d-539d-4987-a9c8-d95e779f98d2" providerId="ADAL" clId="{4F546B9E-9867-48D4-A9A1-6481F7C6B252}" dt="2026-08-31T14:30:49.233" v="217" actId="478"/>
          <ac:spMkLst>
            <pc:docMk/>
            <pc:sldMk cId="0" sldId="274"/>
            <ac:spMk id="1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16" creationId="{00000000-0000-0000-0000-000000000000}"/>
          </ac:spMkLst>
        </pc:spChg>
        <pc:spChg chg="del mod">
          <ac:chgData name="Bryan Fernando Sarango Rodriguez" userId="b88c460d-539d-4987-a9c8-d95e779f98d2" providerId="ADAL" clId="{4F546B9E-9867-48D4-A9A1-6481F7C6B252}" dt="2026-08-31T14:30:13.944" v="206" actId="478"/>
          <ac:spMkLst>
            <pc:docMk/>
            <pc:sldMk cId="0" sldId="274"/>
            <ac:spMk id="1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1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30:06.302" v="203" actId="478"/>
          <ac:spMkLst>
            <pc:docMk/>
            <pc:sldMk cId="0" sldId="274"/>
            <ac:spMk id="1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2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30:08.478" v="204" actId="478"/>
          <ac:spMkLst>
            <pc:docMk/>
            <pc:sldMk cId="0" sldId="274"/>
            <ac:spMk id="2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22" creationId="{00000000-0000-0000-0000-000000000000}"/>
          </ac:spMkLst>
        </pc:spChg>
        <pc:spChg chg="del mod">
          <ac:chgData name="Bryan Fernando Sarango Rodriguez" userId="b88c460d-539d-4987-a9c8-d95e779f98d2" providerId="ADAL" clId="{4F546B9E-9867-48D4-A9A1-6481F7C6B252}" dt="2026-08-31T14:26:14.337" v="195" actId="478"/>
          <ac:spMkLst>
            <pc:docMk/>
            <pc:sldMk cId="0" sldId="274"/>
            <ac:spMk id="2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14.337" v="195" actId="478"/>
          <ac:spMkLst>
            <pc:docMk/>
            <pc:sldMk cId="0" sldId="274"/>
            <ac:spMk id="2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30:10.168" v="205" actId="478"/>
          <ac:spMkLst>
            <pc:docMk/>
            <pc:sldMk cId="0" sldId="274"/>
            <ac:spMk id="2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2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2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2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2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3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3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3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3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14.337" v="195" actId="478"/>
          <ac:spMkLst>
            <pc:docMk/>
            <pc:sldMk cId="0" sldId="274"/>
            <ac:spMk id="3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3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3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3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3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3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4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4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4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4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14.337" v="195" actId="478"/>
          <ac:spMkLst>
            <pc:docMk/>
            <pc:sldMk cId="0" sldId="274"/>
            <ac:spMk id="4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4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4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4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4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4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5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5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5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5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14.337" v="195" actId="478"/>
          <ac:spMkLst>
            <pc:docMk/>
            <pc:sldMk cId="0" sldId="274"/>
            <ac:spMk id="5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5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5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5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5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5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6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6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6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6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14.337" v="195" actId="478"/>
          <ac:spMkLst>
            <pc:docMk/>
            <pc:sldMk cId="0" sldId="274"/>
            <ac:spMk id="6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6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6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6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6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6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7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7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7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7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14.337" v="195" actId="478"/>
          <ac:spMkLst>
            <pc:docMk/>
            <pc:sldMk cId="0" sldId="274"/>
            <ac:spMk id="7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7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7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7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7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7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8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8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8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8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14.337" v="195" actId="478"/>
          <ac:spMkLst>
            <pc:docMk/>
            <pc:sldMk cId="0" sldId="274"/>
            <ac:spMk id="8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8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8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8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8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8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9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9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9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9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14.337" v="195" actId="478"/>
          <ac:spMkLst>
            <pc:docMk/>
            <pc:sldMk cId="0" sldId="274"/>
            <ac:spMk id="9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9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9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9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9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9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6:05.044" v="193" actId="478"/>
          <ac:spMkLst>
            <pc:docMk/>
            <pc:sldMk cId="0" sldId="274"/>
            <ac:spMk id="100" creationId="{00000000-0000-0000-0000-000000000000}"/>
          </ac:spMkLst>
        </pc:spChg>
        <pc:spChg chg="del mod">
          <ac:chgData name="Bryan Fernando Sarango Rodriguez" userId="b88c460d-539d-4987-a9c8-d95e779f98d2" providerId="ADAL" clId="{4F546B9E-9867-48D4-A9A1-6481F7C6B252}" dt="2026-08-31T14:49:01.944" v="527" actId="478"/>
          <ac:spMkLst>
            <pc:docMk/>
            <pc:sldMk cId="0" sldId="274"/>
            <ac:spMk id="10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9:51.717" v="199" actId="478"/>
          <ac:spMkLst>
            <pc:docMk/>
            <pc:sldMk cId="0" sldId="274"/>
            <ac:spMk id="10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9:53.717" v="200" actId="478"/>
          <ac:spMkLst>
            <pc:docMk/>
            <pc:sldMk cId="0" sldId="274"/>
            <ac:spMk id="10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4:29:55.410" v="201" actId="478"/>
          <ac:spMkLst>
            <pc:docMk/>
            <pc:sldMk cId="0" sldId="274"/>
            <ac:spMk id="104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43:04.473" v="459" actId="1076"/>
          <ac:spMkLst>
            <pc:docMk/>
            <pc:sldMk cId="0" sldId="274"/>
            <ac:spMk id="106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41:40.941" v="453" actId="403"/>
          <ac:spMkLst>
            <pc:docMk/>
            <pc:sldMk cId="0" sldId="274"/>
            <ac:spMk id="107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43:37.872" v="473" actId="113"/>
          <ac:spMkLst>
            <pc:docMk/>
            <pc:sldMk cId="0" sldId="274"/>
            <ac:spMk id="109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44:12.910" v="476" actId="20577"/>
          <ac:spMkLst>
            <pc:docMk/>
            <pc:sldMk cId="0" sldId="274"/>
            <ac:spMk id="110" creationId="{00000000-0000-0000-0000-000000000000}"/>
          </ac:spMkLst>
        </pc:spChg>
        <pc:spChg chg="add mod">
          <ac:chgData name="Bryan Fernando Sarango Rodriguez" userId="b88c460d-539d-4987-a9c8-d95e779f98d2" providerId="ADAL" clId="{4F546B9E-9867-48D4-A9A1-6481F7C6B252}" dt="2026-08-31T14:43:15.657" v="462" actId="1076"/>
          <ac:spMkLst>
            <pc:docMk/>
            <pc:sldMk cId="0" sldId="274"/>
            <ac:spMk id="114" creationId="{59E64D53-27D5-62D8-1116-66FE88983B6A}"/>
          </ac:spMkLst>
        </pc:spChg>
        <pc:spChg chg="add mod">
          <ac:chgData name="Bryan Fernando Sarango Rodriguez" userId="b88c460d-539d-4987-a9c8-d95e779f98d2" providerId="ADAL" clId="{4F546B9E-9867-48D4-A9A1-6481F7C6B252}" dt="2026-08-31T14:47:57.198" v="522" actId="14100"/>
          <ac:spMkLst>
            <pc:docMk/>
            <pc:sldMk cId="0" sldId="274"/>
            <ac:spMk id="115" creationId="{80809D74-B521-3C9C-FA2F-A73A314426D0}"/>
          </ac:spMkLst>
        </pc:spChg>
        <pc:spChg chg="add mod">
          <ac:chgData name="Bryan Fernando Sarango Rodriguez" userId="b88c460d-539d-4987-a9c8-d95e779f98d2" providerId="ADAL" clId="{4F546B9E-9867-48D4-A9A1-6481F7C6B252}" dt="2026-08-31T14:46:20.128" v="504" actId="20577"/>
          <ac:spMkLst>
            <pc:docMk/>
            <pc:sldMk cId="0" sldId="274"/>
            <ac:spMk id="116" creationId="{B5EC159A-7F1D-D4B5-8AD5-D09828041B09}"/>
          </ac:spMkLst>
        </pc:spChg>
        <pc:spChg chg="add mod">
          <ac:chgData name="Bryan Fernando Sarango Rodriguez" userId="b88c460d-539d-4987-a9c8-d95e779f98d2" providerId="ADAL" clId="{4F546B9E-9867-48D4-A9A1-6481F7C6B252}" dt="2026-08-31T14:48:02.924" v="525" actId="14100"/>
          <ac:spMkLst>
            <pc:docMk/>
            <pc:sldMk cId="0" sldId="274"/>
            <ac:spMk id="117" creationId="{02F08D1D-46F0-20E7-F0AC-2F8A42A588D6}"/>
          </ac:spMkLst>
        </pc:spChg>
        <pc:spChg chg="add">
          <ac:chgData name="Bryan Fernando Sarango Rodriguez" userId="b88c460d-539d-4987-a9c8-d95e779f98d2" providerId="ADAL" clId="{4F546B9E-9867-48D4-A9A1-6481F7C6B252}" dt="2026-08-31T14:47:42.302" v="518"/>
          <ac:spMkLst>
            <pc:docMk/>
            <pc:sldMk cId="0" sldId="274"/>
            <ac:spMk id="118" creationId="{BEDDCD98-6485-F4E1-6E31-6819EEA4391A}"/>
          </ac:spMkLst>
        </pc:spChg>
        <pc:picChg chg="add mod">
          <ac:chgData name="Bryan Fernando Sarango Rodriguez" userId="b88c460d-539d-4987-a9c8-d95e779f98d2" providerId="ADAL" clId="{4F546B9E-9867-48D4-A9A1-6481F7C6B252}" dt="2026-08-31T14:45:56.721" v="486" actId="1076"/>
          <ac:picMkLst>
            <pc:docMk/>
            <pc:sldMk cId="0" sldId="274"/>
            <ac:picMk id="111" creationId="{943AE64B-3B4A-E3BC-FB35-73D60145815D}"/>
          </ac:picMkLst>
        </pc:picChg>
        <pc:picChg chg="add del mod">
          <ac:chgData name="Bryan Fernando Sarango Rodriguez" userId="b88c460d-539d-4987-a9c8-d95e779f98d2" providerId="ADAL" clId="{4F546B9E-9867-48D4-A9A1-6481F7C6B252}" dt="2026-08-31T14:32:01.001" v="236" actId="478"/>
          <ac:picMkLst>
            <pc:docMk/>
            <pc:sldMk cId="0" sldId="274"/>
            <ac:picMk id="113" creationId="{B9520905-6F06-F7E5-1253-AA65F422B386}"/>
          </ac:picMkLst>
        </pc:picChg>
      </pc:sldChg>
      <pc:sldChg chg="delSp modSp mod">
        <pc:chgData name="Bryan Fernando Sarango Rodriguez" userId="b88c460d-539d-4987-a9c8-d95e779f98d2" providerId="ADAL" clId="{4F546B9E-9867-48D4-A9A1-6481F7C6B252}" dt="2026-08-31T14:45:29.740" v="477" actId="1076"/>
        <pc:sldMkLst>
          <pc:docMk/>
          <pc:sldMk cId="0" sldId="275"/>
        </pc:sldMkLst>
        <pc:spChg chg="del">
          <ac:chgData name="Bryan Fernando Sarango Rodriguez" userId="b88c460d-539d-4987-a9c8-d95e779f98d2" providerId="ADAL" clId="{4F546B9E-9867-48D4-A9A1-6481F7C6B252}" dt="2026-08-30T19:04:59.302" v="184" actId="478"/>
          <ac:spMkLst>
            <pc:docMk/>
            <pc:sldMk cId="0" sldId="275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561" v="67" actId="27636"/>
          <ac:spMkLst>
            <pc:docMk/>
            <pc:sldMk cId="0" sldId="275"/>
            <ac:spMk id="4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45:29.740" v="477" actId="1076"/>
          <ac:spMkLst>
            <pc:docMk/>
            <pc:sldMk cId="0" sldId="275"/>
            <ac:spMk id="14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0T19:05:02.914" v="185" actId="478"/>
        <pc:sldMkLst>
          <pc:docMk/>
          <pc:sldMk cId="0" sldId="276"/>
        </pc:sldMkLst>
        <pc:spChg chg="del">
          <ac:chgData name="Bryan Fernando Sarango Rodriguez" userId="b88c460d-539d-4987-a9c8-d95e779f98d2" providerId="ADAL" clId="{4F546B9E-9867-48D4-A9A1-6481F7C6B252}" dt="2026-08-30T19:05:02.914" v="185" actId="478"/>
          <ac:spMkLst>
            <pc:docMk/>
            <pc:sldMk cId="0" sldId="276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581" v="68" actId="27636"/>
          <ac:spMkLst>
            <pc:docMk/>
            <pc:sldMk cId="0" sldId="276"/>
            <ac:spMk id="4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30T19:05:06.515" v="186" actId="478"/>
        <pc:sldMkLst>
          <pc:docMk/>
          <pc:sldMk cId="0" sldId="277"/>
        </pc:sldMkLst>
        <pc:spChg chg="del">
          <ac:chgData name="Bryan Fernando Sarango Rodriguez" userId="b88c460d-539d-4987-a9c8-d95e779f98d2" providerId="ADAL" clId="{4F546B9E-9867-48D4-A9A1-6481F7C6B252}" dt="2026-08-30T19:05:06.515" v="186" actId="478"/>
          <ac:spMkLst>
            <pc:docMk/>
            <pc:sldMk cId="0" sldId="277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26T14:42:02.593" v="69" actId="27636"/>
          <ac:spMkLst>
            <pc:docMk/>
            <pc:sldMk cId="0" sldId="277"/>
            <ac:spMk id="4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4F546B9E-9867-48D4-A9A1-6481F7C6B252}" dt="2026-08-26T14:39:33.094" v="12" actId="14100"/>
        <pc:sldMkLst>
          <pc:docMk/>
          <pc:sldMk cId="0" sldId="278"/>
        </pc:sldMkLst>
        <pc:spChg chg="mod">
          <ac:chgData name="Bryan Fernando Sarango Rodriguez" userId="b88c460d-539d-4987-a9c8-d95e779f98d2" providerId="ADAL" clId="{4F546B9E-9867-48D4-A9A1-6481F7C6B252}" dt="2026-08-26T14:39:33.094" v="12" actId="14100"/>
          <ac:spMkLst>
            <pc:docMk/>
            <pc:sldMk cId="0" sldId="278"/>
            <ac:spMk id="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26T14:38:43.136" v="4" actId="478"/>
          <ac:spMkLst>
            <pc:docMk/>
            <pc:sldMk cId="0" sldId="278"/>
            <ac:spMk id="4" creationId="{00000000-0000-0000-0000-000000000000}"/>
          </ac:spMkLst>
        </pc:spChg>
      </pc:sldChg>
      <pc:sldChg chg="addSp delSp modSp mod ord">
        <pc:chgData name="Bryan Fernando Sarango Rodriguez" userId="b88c460d-539d-4987-a9c8-d95e779f98d2" providerId="ADAL" clId="{4F546B9E-9867-48D4-A9A1-6481F7C6B252}" dt="2026-08-31T15:59:52.991" v="1117" actId="14100"/>
        <pc:sldMkLst>
          <pc:docMk/>
          <pc:sldMk cId="0" sldId="279"/>
        </pc:sldMkLst>
        <pc:spChg chg="del">
          <ac:chgData name="Bryan Fernando Sarango Rodriguez" userId="b88c460d-539d-4987-a9c8-d95e779f98d2" providerId="ADAL" clId="{4F546B9E-9867-48D4-A9A1-6481F7C6B252}" dt="2026-08-30T19:05:10.068" v="187" actId="478"/>
          <ac:spMkLst>
            <pc:docMk/>
            <pc:sldMk cId="0" sldId="279"/>
            <ac:spMk id="3" creationId="{00000000-0000-0000-0000-000000000000}"/>
          </ac:spMkLst>
        </pc:spChg>
        <pc:spChg chg="add mod">
          <ac:chgData name="Bryan Fernando Sarango Rodriguez" userId="b88c460d-539d-4987-a9c8-d95e779f98d2" providerId="ADAL" clId="{4F546B9E-9867-48D4-A9A1-6481F7C6B252}" dt="2026-08-31T15:58:42.531" v="1107" actId="20577"/>
          <ac:spMkLst>
            <pc:docMk/>
            <pc:sldMk cId="0" sldId="279"/>
            <ac:spMk id="3" creationId="{A08E5445-490B-F492-5295-13C1D2209944}"/>
          </ac:spMkLst>
        </pc:spChg>
        <pc:spChg chg="mod">
          <ac:chgData name="Bryan Fernando Sarango Rodriguez" userId="b88c460d-539d-4987-a9c8-d95e779f98d2" providerId="ADAL" clId="{4F546B9E-9867-48D4-A9A1-6481F7C6B252}" dt="2026-08-26T14:42:02.593" v="70" actId="27636"/>
          <ac:spMkLst>
            <pc:docMk/>
            <pc:sldMk cId="0" sldId="279"/>
            <ac:spMk id="4" creationId="{00000000-0000-0000-0000-000000000000}"/>
          </ac:spMkLst>
        </pc:spChg>
        <pc:spChg chg="add mod">
          <ac:chgData name="Bryan Fernando Sarango Rodriguez" userId="b88c460d-539d-4987-a9c8-d95e779f98d2" providerId="ADAL" clId="{4F546B9E-9867-48D4-A9A1-6481F7C6B252}" dt="2026-08-31T15:59:52.991" v="1117" actId="14100"/>
          <ac:spMkLst>
            <pc:docMk/>
            <pc:sldMk cId="0" sldId="279"/>
            <ac:spMk id="11" creationId="{1D581D48-0EB2-5E03-FC61-21D29543739B}"/>
          </ac:spMkLst>
        </pc:spChg>
      </pc:sldChg>
      <pc:sldChg chg="modSp mod ord">
        <pc:chgData name="Bryan Fernando Sarango Rodriguez" userId="b88c460d-539d-4987-a9c8-d95e779f98d2" providerId="ADAL" clId="{4F546B9E-9867-48D4-A9A1-6481F7C6B252}" dt="2026-08-26T14:39:09.070" v="9" actId="1076"/>
        <pc:sldMkLst>
          <pc:docMk/>
          <pc:sldMk cId="0" sldId="280"/>
        </pc:sldMkLst>
        <pc:spChg chg="mod">
          <ac:chgData name="Bryan Fernando Sarango Rodriguez" userId="b88c460d-539d-4987-a9c8-d95e779f98d2" providerId="ADAL" clId="{4F546B9E-9867-48D4-A9A1-6481F7C6B252}" dt="2026-08-26T14:39:09.070" v="9" actId="1076"/>
          <ac:spMkLst>
            <pc:docMk/>
            <pc:sldMk cId="0" sldId="280"/>
            <ac:spMk id="2" creationId="{00000000-0000-0000-0000-000000000000}"/>
          </ac:spMkLst>
        </pc:spChg>
      </pc:sldChg>
      <pc:sldChg chg="addSp modSp add mod">
        <pc:chgData name="Bryan Fernando Sarango Rodriguez" userId="b88c460d-539d-4987-a9c8-d95e779f98d2" providerId="ADAL" clId="{4F546B9E-9867-48D4-A9A1-6481F7C6B252}" dt="2026-08-26T14:42:32.540" v="86" actId="113"/>
        <pc:sldMkLst>
          <pc:docMk/>
          <pc:sldMk cId="2062057139" sldId="282"/>
        </pc:sldMkLst>
        <pc:spChg chg="mod">
          <ac:chgData name="Bryan Fernando Sarango Rodriguez" userId="b88c460d-539d-4987-a9c8-d95e779f98d2" providerId="ADAL" clId="{4F546B9E-9867-48D4-A9A1-6481F7C6B252}" dt="2026-08-26T14:40:13.374" v="34" actId="1076"/>
          <ac:spMkLst>
            <pc:docMk/>
            <pc:sldMk cId="2062057139" sldId="282"/>
            <ac:spMk id="2" creationId="{00000000-0000-0000-0000-000000000000}"/>
          </ac:spMkLst>
        </pc:spChg>
        <pc:spChg chg="add mod">
          <ac:chgData name="Bryan Fernando Sarango Rodriguez" userId="b88c460d-539d-4987-a9c8-d95e779f98d2" providerId="ADAL" clId="{4F546B9E-9867-48D4-A9A1-6481F7C6B252}" dt="2026-08-26T14:42:32.540" v="86" actId="113"/>
          <ac:spMkLst>
            <pc:docMk/>
            <pc:sldMk cId="2062057139" sldId="282"/>
            <ac:spMk id="4" creationId="{2EDD58E6-A715-3478-8ECB-9680CC5E11A4}"/>
          </ac:spMkLst>
        </pc:spChg>
      </pc:sldChg>
      <pc:sldChg chg="add">
        <pc:chgData name="Bryan Fernando Sarango Rodriguez" userId="b88c460d-539d-4987-a9c8-d95e779f98d2" providerId="ADAL" clId="{4F546B9E-9867-48D4-A9A1-6481F7C6B252}" dt="2026-08-30T14:38:36.393" v="118"/>
        <pc:sldMkLst>
          <pc:docMk/>
          <pc:sldMk cId="686652667" sldId="283"/>
        </pc:sldMkLst>
      </pc:sldChg>
      <pc:sldChg chg="addSp delSp modSp add mod modTransition modAnim">
        <pc:chgData name="Bryan Fernando Sarango Rodriguez" userId="b88c460d-539d-4987-a9c8-d95e779f98d2" providerId="ADAL" clId="{4F546B9E-9867-48D4-A9A1-6481F7C6B252}" dt="2026-08-31T15:45:39.684" v="1073"/>
        <pc:sldMkLst>
          <pc:docMk/>
          <pc:sldMk cId="2965985616" sldId="284"/>
        </pc:sldMkLst>
        <pc:spChg chg="mod">
          <ac:chgData name="Bryan Fernando Sarango Rodriguez" userId="b88c460d-539d-4987-a9c8-d95e779f98d2" providerId="ADAL" clId="{4F546B9E-9867-48D4-A9A1-6481F7C6B252}" dt="2026-08-31T15:31:34.558" v="845" actId="20577"/>
          <ac:spMkLst>
            <pc:docMk/>
            <pc:sldMk cId="2965985616" sldId="284"/>
            <ac:spMk id="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1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1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1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1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1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1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1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1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1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1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2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2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2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2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2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2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2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2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2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2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3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3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3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3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3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3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3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3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3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3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4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4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4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4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4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4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4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4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4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4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5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5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5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5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5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5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5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5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5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5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6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6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6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6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6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6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6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6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6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6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7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7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7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7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7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7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7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7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7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7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8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8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8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8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8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8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8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8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8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8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9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91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9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9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9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9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96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9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9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9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43.749" v="832" actId="478"/>
          <ac:spMkLst>
            <pc:docMk/>
            <pc:sldMk cId="2965985616" sldId="284"/>
            <ac:spMk id="100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5:40:59.789" v="1027" actId="1076"/>
          <ac:spMkLst>
            <pc:docMk/>
            <pc:sldMk cId="2965985616" sldId="284"/>
            <ac:spMk id="101" creationId="{00000000-0000-0000-0000-000000000000}"/>
          </ac:spMkLst>
        </pc:spChg>
        <pc:spChg chg="del mod">
          <ac:chgData name="Bryan Fernando Sarango Rodriguez" userId="b88c460d-539d-4987-a9c8-d95e779f98d2" providerId="ADAL" clId="{4F546B9E-9867-48D4-A9A1-6481F7C6B252}" dt="2026-08-31T15:29:52.293" v="834" actId="478"/>
          <ac:spMkLst>
            <pc:docMk/>
            <pc:sldMk cId="2965985616" sldId="284"/>
            <ac:spMk id="102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52.293" v="834" actId="478"/>
          <ac:spMkLst>
            <pc:docMk/>
            <pc:sldMk cId="2965985616" sldId="284"/>
            <ac:spMk id="103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52.293" v="834" actId="478"/>
          <ac:spMkLst>
            <pc:docMk/>
            <pc:sldMk cId="2965985616" sldId="284"/>
            <ac:spMk id="104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56.641" v="836" actId="478"/>
          <ac:spMkLst>
            <pc:docMk/>
            <pc:sldMk cId="2965985616" sldId="284"/>
            <ac:spMk id="105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29:56.641" v="836" actId="478"/>
          <ac:spMkLst>
            <pc:docMk/>
            <pc:sldMk cId="2965985616" sldId="284"/>
            <ac:spMk id="106" creationId="{00000000-0000-0000-0000-000000000000}"/>
          </ac:spMkLst>
        </pc:spChg>
        <pc:spChg chg="del mod">
          <ac:chgData name="Bryan Fernando Sarango Rodriguez" userId="b88c460d-539d-4987-a9c8-d95e779f98d2" providerId="ADAL" clId="{4F546B9E-9867-48D4-A9A1-6481F7C6B252}" dt="2026-08-31T15:29:56.641" v="836" actId="478"/>
          <ac:spMkLst>
            <pc:docMk/>
            <pc:sldMk cId="2965985616" sldId="284"/>
            <ac:spMk id="107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31:12.404" v="842" actId="478"/>
          <ac:spMkLst>
            <pc:docMk/>
            <pc:sldMk cId="2965985616" sldId="284"/>
            <ac:spMk id="108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31:12.404" v="842" actId="478"/>
          <ac:spMkLst>
            <pc:docMk/>
            <pc:sldMk cId="2965985616" sldId="284"/>
            <ac:spMk id="109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31:12.404" v="842" actId="478"/>
          <ac:spMkLst>
            <pc:docMk/>
            <pc:sldMk cId="2965985616" sldId="284"/>
            <ac:spMk id="110" creationId="{00000000-0000-0000-0000-000000000000}"/>
          </ac:spMkLst>
        </pc:spChg>
        <pc:spChg chg="add mod">
          <ac:chgData name="Bryan Fernando Sarango Rodriguez" userId="b88c460d-539d-4987-a9c8-d95e779f98d2" providerId="ADAL" clId="{4F546B9E-9867-48D4-A9A1-6481F7C6B252}" dt="2026-08-31T15:38:25.238" v="946" actId="6549"/>
          <ac:spMkLst>
            <pc:docMk/>
            <pc:sldMk cId="2965985616" sldId="284"/>
            <ac:spMk id="116" creationId="{F49CBC54-44B7-FE29-201D-C2BA0BF63748}"/>
          </ac:spMkLst>
        </pc:spChg>
        <pc:spChg chg="add mod">
          <ac:chgData name="Bryan Fernando Sarango Rodriguez" userId="b88c460d-539d-4987-a9c8-d95e779f98d2" providerId="ADAL" clId="{4F546B9E-9867-48D4-A9A1-6481F7C6B252}" dt="2026-08-31T15:44:48.155" v="1072" actId="1035"/>
          <ac:spMkLst>
            <pc:docMk/>
            <pc:sldMk cId="2965985616" sldId="284"/>
            <ac:spMk id="117" creationId="{79CC3517-1C26-A39B-9CB1-1C678D6B3858}"/>
          </ac:spMkLst>
        </pc:spChg>
        <pc:spChg chg="add del mod">
          <ac:chgData name="Bryan Fernando Sarango Rodriguez" userId="b88c460d-539d-4987-a9c8-d95e779f98d2" providerId="ADAL" clId="{4F546B9E-9867-48D4-A9A1-6481F7C6B252}" dt="2026-08-31T15:41:04.853" v="1028" actId="478"/>
          <ac:spMkLst>
            <pc:docMk/>
            <pc:sldMk cId="2965985616" sldId="284"/>
            <ac:spMk id="118" creationId="{7C1A00B0-902E-C7EC-49DD-F818724B03E4}"/>
          </ac:spMkLst>
        </pc:spChg>
        <pc:spChg chg="add mod">
          <ac:chgData name="Bryan Fernando Sarango Rodriguez" userId="b88c460d-539d-4987-a9c8-d95e779f98d2" providerId="ADAL" clId="{4F546B9E-9867-48D4-A9A1-6481F7C6B252}" dt="2026-08-31T15:42:18.652" v="1044" actId="1076"/>
          <ac:spMkLst>
            <pc:docMk/>
            <pc:sldMk cId="2965985616" sldId="284"/>
            <ac:spMk id="119" creationId="{F2854805-58FF-81D0-F33E-6BAEA86C5CE4}"/>
          </ac:spMkLst>
        </pc:spChg>
        <pc:spChg chg="add mod">
          <ac:chgData name="Bryan Fernando Sarango Rodriguez" userId="b88c460d-539d-4987-a9c8-d95e779f98d2" providerId="ADAL" clId="{4F546B9E-9867-48D4-A9A1-6481F7C6B252}" dt="2026-08-31T15:44:48.155" v="1072" actId="1035"/>
          <ac:spMkLst>
            <pc:docMk/>
            <pc:sldMk cId="2965985616" sldId="284"/>
            <ac:spMk id="120" creationId="{FDE6C104-62EC-EEF9-B666-DAC84A28C9D4}"/>
          </ac:spMkLst>
        </pc:spChg>
        <pc:picChg chg="add mod modCrop">
          <ac:chgData name="Bryan Fernando Sarango Rodriguez" userId="b88c460d-539d-4987-a9c8-d95e779f98d2" providerId="ADAL" clId="{4F546B9E-9867-48D4-A9A1-6481F7C6B252}" dt="2026-08-31T15:30:33.403" v="841" actId="1076"/>
          <ac:picMkLst>
            <pc:docMk/>
            <pc:sldMk cId="2965985616" sldId="284"/>
            <ac:picMk id="111" creationId="{7BDAEEB1-D09B-3010-44E4-AE398F5085E1}"/>
          </ac:picMkLst>
        </pc:picChg>
        <pc:picChg chg="add mod">
          <ac:chgData name="Bryan Fernando Sarango Rodriguez" userId="b88c460d-539d-4987-a9c8-d95e779f98d2" providerId="ADAL" clId="{4F546B9E-9867-48D4-A9A1-6481F7C6B252}" dt="2026-08-31T15:44:48.155" v="1072" actId="1035"/>
          <ac:picMkLst>
            <pc:docMk/>
            <pc:sldMk cId="2965985616" sldId="284"/>
            <ac:picMk id="113" creationId="{3BBAF32C-EAE5-D6D3-9A06-B4268721BEF6}"/>
          </ac:picMkLst>
        </pc:picChg>
        <pc:picChg chg="add mod">
          <ac:chgData name="Bryan Fernando Sarango Rodriguez" userId="b88c460d-539d-4987-a9c8-d95e779f98d2" providerId="ADAL" clId="{4F546B9E-9867-48D4-A9A1-6481F7C6B252}" dt="2026-08-31T15:36:13.003" v="880" actId="1582"/>
          <ac:picMkLst>
            <pc:docMk/>
            <pc:sldMk cId="2965985616" sldId="284"/>
            <ac:picMk id="115" creationId="{DA89371E-EB74-A27C-C15B-D83AAD41DBD6}"/>
          </ac:picMkLst>
        </pc:picChg>
      </pc:sldChg>
      <pc:sldChg chg="modSp add del mod">
        <pc:chgData name="Bryan Fernando Sarango Rodriguez" userId="b88c460d-539d-4987-a9c8-d95e779f98d2" providerId="ADAL" clId="{4F546B9E-9867-48D4-A9A1-6481F7C6B252}" dt="2026-08-31T15:55:48.942" v="1087" actId="2696"/>
        <pc:sldMkLst>
          <pc:docMk/>
          <pc:sldMk cId="3436469091" sldId="285"/>
        </pc:sldMkLst>
        <pc:spChg chg="mod">
          <ac:chgData name="Bryan Fernando Sarango Rodriguez" userId="b88c460d-539d-4987-a9c8-d95e779f98d2" providerId="ADAL" clId="{4F546B9E-9867-48D4-A9A1-6481F7C6B252}" dt="2026-08-31T15:36:46.916" v="884" actId="1076"/>
          <ac:spMkLst>
            <pc:docMk/>
            <pc:sldMk cId="3436469091" sldId="285"/>
            <ac:spMk id="13" creationId="{00000000-0000-0000-0000-000000000000}"/>
          </ac:spMkLst>
        </pc:spChg>
      </pc:sldChg>
      <pc:sldChg chg="addSp delSp modSp add mod">
        <pc:chgData name="Bryan Fernando Sarango Rodriguez" userId="b88c460d-539d-4987-a9c8-d95e779f98d2" providerId="ADAL" clId="{4F546B9E-9867-48D4-A9A1-6481F7C6B252}" dt="2026-08-31T14:57:52.493" v="731" actId="313"/>
        <pc:sldMkLst>
          <pc:docMk/>
          <pc:sldMk cId="1350184681" sldId="286"/>
        </pc:sldMkLst>
        <pc:spChg chg="mod">
          <ac:chgData name="Bryan Fernando Sarango Rodriguez" userId="b88c460d-539d-4987-a9c8-d95e779f98d2" providerId="ADAL" clId="{4F546B9E-9867-48D4-A9A1-6481F7C6B252}" dt="2026-08-31T14:50:10.341" v="552" actId="1076"/>
          <ac:spMkLst>
            <pc:docMk/>
            <pc:sldMk cId="1350184681" sldId="286"/>
            <ac:spMk id="5" creationId="{00000000-0000-0000-0000-000000000000}"/>
          </ac:spMkLst>
        </pc:spChg>
        <pc:spChg chg="add mod">
          <ac:chgData name="Bryan Fernando Sarango Rodriguez" userId="b88c460d-539d-4987-a9c8-d95e779f98d2" providerId="ADAL" clId="{4F546B9E-9867-48D4-A9A1-6481F7C6B252}" dt="2026-08-31T14:51:12.053" v="560" actId="571"/>
          <ac:spMkLst>
            <pc:docMk/>
            <pc:sldMk cId="1350184681" sldId="286"/>
            <ac:spMk id="7" creationId="{C128D6C9-98AB-129C-09BD-A57469648A68}"/>
          </ac:spMkLst>
        </pc:spChg>
        <pc:spChg chg="add mod">
          <ac:chgData name="Bryan Fernando Sarango Rodriguez" userId="b88c460d-539d-4987-a9c8-d95e779f98d2" providerId="ADAL" clId="{4F546B9E-9867-48D4-A9A1-6481F7C6B252}" dt="2026-08-31T14:51:12.053" v="560" actId="571"/>
          <ac:spMkLst>
            <pc:docMk/>
            <pc:sldMk cId="1350184681" sldId="286"/>
            <ac:spMk id="8" creationId="{C3AB05E0-23AB-6177-FFF7-596BD57A816F}"/>
          </ac:spMkLst>
        </pc:spChg>
        <pc:spChg chg="add mod">
          <ac:chgData name="Bryan Fernando Sarango Rodriguez" userId="b88c460d-539d-4987-a9c8-d95e779f98d2" providerId="ADAL" clId="{4F546B9E-9867-48D4-A9A1-6481F7C6B252}" dt="2026-08-31T14:51:12.053" v="560" actId="571"/>
          <ac:spMkLst>
            <pc:docMk/>
            <pc:sldMk cId="1350184681" sldId="286"/>
            <ac:spMk id="9" creationId="{94FD0493-83D2-3C09-8E26-BCFC07E269C6}"/>
          </ac:spMkLst>
        </pc:spChg>
        <pc:spChg chg="add mod">
          <ac:chgData name="Bryan Fernando Sarango Rodriguez" userId="b88c460d-539d-4987-a9c8-d95e779f98d2" providerId="ADAL" clId="{4F546B9E-9867-48D4-A9A1-6481F7C6B252}" dt="2026-08-31T14:51:12.053" v="560" actId="571"/>
          <ac:spMkLst>
            <pc:docMk/>
            <pc:sldMk cId="1350184681" sldId="286"/>
            <ac:spMk id="10" creationId="{1A9ECCFF-CB84-F687-DE29-1EB2FFC689F7}"/>
          </ac:spMkLst>
        </pc:spChg>
        <pc:spChg chg="mod">
          <ac:chgData name="Bryan Fernando Sarango Rodriguez" userId="b88c460d-539d-4987-a9c8-d95e779f98d2" providerId="ADAL" clId="{4F546B9E-9867-48D4-A9A1-6481F7C6B252}" dt="2026-08-31T14:50:13.256" v="553" actId="1076"/>
          <ac:spMkLst>
            <pc:docMk/>
            <pc:sldMk cId="1350184681" sldId="286"/>
            <ac:spMk id="11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51:26.667" v="562" actId="1076"/>
          <ac:spMkLst>
            <pc:docMk/>
            <pc:sldMk cId="1350184681" sldId="286"/>
            <ac:spMk id="1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51:26.667" v="562" actId="1076"/>
          <ac:spMkLst>
            <pc:docMk/>
            <pc:sldMk cId="1350184681" sldId="286"/>
            <ac:spMk id="105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51:26.667" v="562" actId="1076"/>
          <ac:spMkLst>
            <pc:docMk/>
            <pc:sldMk cId="1350184681" sldId="286"/>
            <ac:spMk id="106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55:02.754" v="647" actId="20577"/>
          <ac:spMkLst>
            <pc:docMk/>
            <pc:sldMk cId="1350184681" sldId="286"/>
            <ac:spMk id="107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51:26.667" v="562" actId="1076"/>
          <ac:spMkLst>
            <pc:docMk/>
            <pc:sldMk cId="1350184681" sldId="286"/>
            <ac:spMk id="108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51:26.667" v="562" actId="1076"/>
          <ac:spMkLst>
            <pc:docMk/>
            <pc:sldMk cId="1350184681" sldId="286"/>
            <ac:spMk id="109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55:45.536" v="687" actId="6549"/>
          <ac:spMkLst>
            <pc:docMk/>
            <pc:sldMk cId="1350184681" sldId="286"/>
            <ac:spMk id="110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4:52:25.805" v="633" actId="113"/>
          <ac:spMkLst>
            <pc:docMk/>
            <pc:sldMk cId="1350184681" sldId="286"/>
            <ac:spMk id="114" creationId="{59E64D53-27D5-62D8-1116-66FE88983B6A}"/>
          </ac:spMkLst>
        </pc:spChg>
        <pc:spChg chg="mod">
          <ac:chgData name="Bryan Fernando Sarango Rodriguez" userId="b88c460d-539d-4987-a9c8-d95e779f98d2" providerId="ADAL" clId="{4F546B9E-9867-48D4-A9A1-6481F7C6B252}" dt="2026-08-31T14:50:30.716" v="555" actId="1076"/>
          <ac:spMkLst>
            <pc:docMk/>
            <pc:sldMk cId="1350184681" sldId="286"/>
            <ac:spMk id="115" creationId="{80809D74-B521-3C9C-FA2F-A73A314426D0}"/>
          </ac:spMkLst>
        </pc:spChg>
        <pc:spChg chg="mod">
          <ac:chgData name="Bryan Fernando Sarango Rodriguez" userId="b88c460d-539d-4987-a9c8-d95e779f98d2" providerId="ADAL" clId="{4F546B9E-9867-48D4-A9A1-6481F7C6B252}" dt="2026-08-31T14:56:09.989" v="695" actId="20577"/>
          <ac:spMkLst>
            <pc:docMk/>
            <pc:sldMk cId="1350184681" sldId="286"/>
            <ac:spMk id="116" creationId="{B5EC159A-7F1D-D4B5-8AD5-D09828041B09}"/>
          </ac:spMkLst>
        </pc:spChg>
        <pc:spChg chg="mod">
          <ac:chgData name="Bryan Fernando Sarango Rodriguez" userId="b88c460d-539d-4987-a9c8-d95e779f98d2" providerId="ADAL" clId="{4F546B9E-9867-48D4-A9A1-6481F7C6B252}" dt="2026-08-31T14:57:52.493" v="731" actId="313"/>
          <ac:spMkLst>
            <pc:docMk/>
            <pc:sldMk cId="1350184681" sldId="286"/>
            <ac:spMk id="117" creationId="{02F08D1D-46F0-20E7-F0AC-2F8A42A588D6}"/>
          </ac:spMkLst>
        </pc:spChg>
        <pc:picChg chg="add mod">
          <ac:chgData name="Bryan Fernando Sarango Rodriguez" userId="b88c460d-539d-4987-a9c8-d95e779f98d2" providerId="ADAL" clId="{4F546B9E-9867-48D4-A9A1-6481F7C6B252}" dt="2026-08-31T14:51:12.616" v="561" actId="14100"/>
          <ac:picMkLst>
            <pc:docMk/>
            <pc:sldMk cId="1350184681" sldId="286"/>
            <ac:picMk id="6" creationId="{0AE756AF-D8EA-9696-E6DE-CDE1E9B08081}"/>
          </ac:picMkLst>
        </pc:picChg>
        <pc:picChg chg="del">
          <ac:chgData name="Bryan Fernando Sarango Rodriguez" userId="b88c460d-539d-4987-a9c8-d95e779f98d2" providerId="ADAL" clId="{4F546B9E-9867-48D4-A9A1-6481F7C6B252}" dt="2026-08-31T14:49:50.924" v="546" actId="478"/>
          <ac:picMkLst>
            <pc:docMk/>
            <pc:sldMk cId="1350184681" sldId="286"/>
            <ac:picMk id="111" creationId="{943AE64B-3B4A-E3BC-FB35-73D60145815D}"/>
          </ac:picMkLst>
        </pc:picChg>
      </pc:sldChg>
      <pc:sldChg chg="new del">
        <pc:chgData name="Bryan Fernando Sarango Rodriguez" userId="b88c460d-539d-4987-a9c8-d95e779f98d2" providerId="ADAL" clId="{4F546B9E-9867-48D4-A9A1-6481F7C6B252}" dt="2026-08-31T15:05:25.365" v="733" actId="2696"/>
        <pc:sldMkLst>
          <pc:docMk/>
          <pc:sldMk cId="1680203141" sldId="287"/>
        </pc:sldMkLst>
      </pc:sldChg>
      <pc:sldChg chg="addSp delSp modSp add mod">
        <pc:chgData name="Bryan Fernando Sarango Rodriguez" userId="b88c460d-539d-4987-a9c8-d95e779f98d2" providerId="ADAL" clId="{4F546B9E-9867-48D4-A9A1-6481F7C6B252}" dt="2026-08-31T15:29:26.305" v="831" actId="478"/>
        <pc:sldMkLst>
          <pc:docMk/>
          <pc:sldMk cId="2587887799" sldId="287"/>
        </pc:sldMkLst>
        <pc:spChg chg="mod">
          <ac:chgData name="Bryan Fernando Sarango Rodriguez" userId="b88c460d-539d-4987-a9c8-d95e779f98d2" providerId="ADAL" clId="{4F546B9E-9867-48D4-A9A1-6481F7C6B252}" dt="2026-08-31T15:29:24.101" v="830" actId="20577"/>
          <ac:spMkLst>
            <pc:docMk/>
            <pc:sldMk cId="2587887799" sldId="287"/>
            <ac:spMk id="4" creationId="{00000000-0000-0000-0000-000000000000}"/>
          </ac:spMkLst>
        </pc:spChg>
        <pc:spChg chg="del mod">
          <ac:chgData name="Bryan Fernando Sarango Rodriguez" userId="b88c460d-539d-4987-a9c8-d95e779f98d2" providerId="ADAL" clId="{4F546B9E-9867-48D4-A9A1-6481F7C6B252}" dt="2026-08-31T15:29:26.305" v="831" actId="478"/>
          <ac:spMkLst>
            <pc:docMk/>
            <pc:sldMk cId="2587887799" sldId="287"/>
            <ac:spMk id="11" creationId="{00000000-0000-0000-0000-000000000000}"/>
          </ac:spMkLst>
        </pc:spChg>
        <pc:spChg chg="add del">
          <ac:chgData name="Bryan Fernando Sarango Rodriguez" userId="b88c460d-539d-4987-a9c8-d95e779f98d2" providerId="ADAL" clId="{4F546B9E-9867-48D4-A9A1-6481F7C6B252}" dt="2026-08-31T15:25:50.012" v="822" actId="478"/>
          <ac:spMkLst>
            <pc:docMk/>
            <pc:sldMk cId="2587887799" sldId="287"/>
            <ac:spMk id="13" creationId="{00000000-0000-0000-0000-000000000000}"/>
          </ac:spMkLst>
        </pc:spChg>
        <pc:spChg chg="add del mod">
          <ac:chgData name="Bryan Fernando Sarango Rodriguez" userId="b88c460d-539d-4987-a9c8-d95e779f98d2" providerId="ADAL" clId="{4F546B9E-9867-48D4-A9A1-6481F7C6B252}" dt="2026-08-31T15:25:44.843" v="820" actId="478"/>
          <ac:spMkLst>
            <pc:docMk/>
            <pc:sldMk cId="2587887799" sldId="287"/>
            <ac:spMk id="14" creationId="{7421D552-0B68-0B95-980A-C7D9FDD78135}"/>
          </ac:spMkLst>
        </pc:spChg>
        <pc:spChg chg="del mod">
          <ac:chgData name="Bryan Fernando Sarango Rodriguez" userId="b88c460d-539d-4987-a9c8-d95e779f98d2" providerId="ADAL" clId="{4F546B9E-9867-48D4-A9A1-6481F7C6B252}" dt="2026-08-31T15:17:27.287" v="758" actId="478"/>
          <ac:spMkLst>
            <pc:docMk/>
            <pc:sldMk cId="2587887799" sldId="287"/>
            <ac:spMk id="105" creationId="{00000000-0000-0000-0000-000000000000}"/>
          </ac:spMkLst>
        </pc:spChg>
        <pc:spChg chg="del mod">
          <ac:chgData name="Bryan Fernando Sarango Rodriguez" userId="b88c460d-539d-4987-a9c8-d95e779f98d2" providerId="ADAL" clId="{4F546B9E-9867-48D4-A9A1-6481F7C6B252}" dt="2026-08-31T15:17:26.362" v="757" actId="478"/>
          <ac:spMkLst>
            <pc:docMk/>
            <pc:sldMk cId="2587887799" sldId="287"/>
            <ac:spMk id="106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5:23:49.164" v="808" actId="114"/>
          <ac:spMkLst>
            <pc:docMk/>
            <pc:sldMk cId="2587887799" sldId="287"/>
            <ac:spMk id="107" creationId="{00000000-0000-0000-0000-000000000000}"/>
          </ac:spMkLst>
        </pc:spChg>
        <pc:spChg chg="del mod">
          <ac:chgData name="Bryan Fernando Sarango Rodriguez" userId="b88c460d-539d-4987-a9c8-d95e779f98d2" providerId="ADAL" clId="{4F546B9E-9867-48D4-A9A1-6481F7C6B252}" dt="2026-08-31T15:17:28.344" v="759" actId="478"/>
          <ac:spMkLst>
            <pc:docMk/>
            <pc:sldMk cId="2587887799" sldId="287"/>
            <ac:spMk id="108" creationId="{00000000-0000-0000-0000-000000000000}"/>
          </ac:spMkLst>
        </pc:spChg>
        <pc:spChg chg="del mod">
          <ac:chgData name="Bryan Fernando Sarango Rodriguez" userId="b88c460d-539d-4987-a9c8-d95e779f98d2" providerId="ADAL" clId="{4F546B9E-9867-48D4-A9A1-6481F7C6B252}" dt="2026-08-31T15:17:29.997" v="760" actId="478"/>
          <ac:spMkLst>
            <pc:docMk/>
            <pc:sldMk cId="2587887799" sldId="287"/>
            <ac:spMk id="109" creationId="{00000000-0000-0000-0000-000000000000}"/>
          </ac:spMkLst>
        </pc:spChg>
        <pc:spChg chg="del mod">
          <ac:chgData name="Bryan Fernando Sarango Rodriguez" userId="b88c460d-539d-4987-a9c8-d95e779f98d2" providerId="ADAL" clId="{4F546B9E-9867-48D4-A9A1-6481F7C6B252}" dt="2026-08-31T15:21:08.451" v="775" actId="478"/>
          <ac:spMkLst>
            <pc:docMk/>
            <pc:sldMk cId="2587887799" sldId="287"/>
            <ac:spMk id="110" creationId="{00000000-0000-0000-0000-000000000000}"/>
          </ac:spMkLst>
        </pc:spChg>
        <pc:spChg chg="del">
          <ac:chgData name="Bryan Fernando Sarango Rodriguez" userId="b88c460d-539d-4987-a9c8-d95e779f98d2" providerId="ADAL" clId="{4F546B9E-9867-48D4-A9A1-6481F7C6B252}" dt="2026-08-31T15:15:52.686" v="753" actId="478"/>
          <ac:spMkLst>
            <pc:docMk/>
            <pc:sldMk cId="2587887799" sldId="287"/>
            <ac:spMk id="114" creationId="{59E64D53-27D5-62D8-1116-66FE88983B6A}"/>
          </ac:spMkLst>
        </pc:spChg>
        <pc:spChg chg="del">
          <ac:chgData name="Bryan Fernando Sarango Rodriguez" userId="b88c460d-539d-4987-a9c8-d95e779f98d2" providerId="ADAL" clId="{4F546B9E-9867-48D4-A9A1-6481F7C6B252}" dt="2026-08-31T15:22:02.342" v="788" actId="478"/>
          <ac:spMkLst>
            <pc:docMk/>
            <pc:sldMk cId="2587887799" sldId="287"/>
            <ac:spMk id="115" creationId="{80809D74-B521-3C9C-FA2F-A73A314426D0}"/>
          </ac:spMkLst>
        </pc:spChg>
        <pc:spChg chg="del">
          <ac:chgData name="Bryan Fernando Sarango Rodriguez" userId="b88c460d-539d-4987-a9c8-d95e779f98d2" providerId="ADAL" clId="{4F546B9E-9867-48D4-A9A1-6481F7C6B252}" dt="2026-08-31T15:22:01.343" v="787" actId="478"/>
          <ac:spMkLst>
            <pc:docMk/>
            <pc:sldMk cId="2587887799" sldId="287"/>
            <ac:spMk id="116" creationId="{B5EC159A-7F1D-D4B5-8AD5-D09828041B09}"/>
          </ac:spMkLst>
        </pc:spChg>
        <pc:spChg chg="mod">
          <ac:chgData name="Bryan Fernando Sarango Rodriguez" userId="b88c460d-539d-4987-a9c8-d95e779f98d2" providerId="ADAL" clId="{4F546B9E-9867-48D4-A9A1-6481F7C6B252}" dt="2026-08-31T15:22:35.988" v="797" actId="1076"/>
          <ac:spMkLst>
            <pc:docMk/>
            <pc:sldMk cId="2587887799" sldId="287"/>
            <ac:spMk id="117" creationId="{02F08D1D-46F0-20E7-F0AC-2F8A42A588D6}"/>
          </ac:spMkLst>
        </pc:spChg>
        <pc:picChg chg="del">
          <ac:chgData name="Bryan Fernando Sarango Rodriguez" userId="b88c460d-539d-4987-a9c8-d95e779f98d2" providerId="ADAL" clId="{4F546B9E-9867-48D4-A9A1-6481F7C6B252}" dt="2026-08-31T15:05:30.046" v="735" actId="478"/>
          <ac:picMkLst>
            <pc:docMk/>
            <pc:sldMk cId="2587887799" sldId="287"/>
            <ac:picMk id="6" creationId="{0AE756AF-D8EA-9696-E6DE-CDE1E9B08081}"/>
          </ac:picMkLst>
        </pc:picChg>
        <pc:picChg chg="add del mod">
          <ac:chgData name="Bryan Fernando Sarango Rodriguez" userId="b88c460d-539d-4987-a9c8-d95e779f98d2" providerId="ADAL" clId="{4F546B9E-9867-48D4-A9A1-6481F7C6B252}" dt="2026-08-31T15:25:48.350" v="821" actId="478"/>
          <ac:picMkLst>
            <pc:docMk/>
            <pc:sldMk cId="2587887799" sldId="287"/>
            <ac:picMk id="7" creationId="{BD33E517-2FAF-17BC-8557-7A9B02B7E6B9}"/>
          </ac:picMkLst>
        </pc:picChg>
        <pc:picChg chg="add mod">
          <ac:chgData name="Bryan Fernando Sarango Rodriguez" userId="b88c460d-539d-4987-a9c8-d95e779f98d2" providerId="ADAL" clId="{4F546B9E-9867-48D4-A9A1-6481F7C6B252}" dt="2026-08-31T15:22:55.094" v="801" actId="14100"/>
          <ac:picMkLst>
            <pc:docMk/>
            <pc:sldMk cId="2587887799" sldId="287"/>
            <ac:picMk id="9" creationId="{28466E4A-81C4-D788-91AA-DE55358F1456}"/>
          </ac:picMkLst>
        </pc:picChg>
        <pc:picChg chg="add mod">
          <ac:chgData name="Bryan Fernando Sarango Rodriguez" userId="b88c460d-539d-4987-a9c8-d95e779f98d2" providerId="ADAL" clId="{4F546B9E-9867-48D4-A9A1-6481F7C6B252}" dt="2026-08-31T15:23:05.309" v="804" actId="14100"/>
          <ac:picMkLst>
            <pc:docMk/>
            <pc:sldMk cId="2587887799" sldId="287"/>
            <ac:picMk id="12" creationId="{56D2CCC2-2A23-7035-BE8E-14A6B24C100C}"/>
          </ac:picMkLst>
        </pc:picChg>
        <pc:picChg chg="add del mod">
          <ac:chgData name="Bryan Fernando Sarango Rodriguez" userId="b88c460d-539d-4987-a9c8-d95e779f98d2" providerId="ADAL" clId="{4F546B9E-9867-48D4-A9A1-6481F7C6B252}" dt="2026-08-31T15:25:44.450" v="819" actId="22"/>
          <ac:picMkLst>
            <pc:docMk/>
            <pc:sldMk cId="2587887799" sldId="287"/>
            <ac:picMk id="16" creationId="{175EE0F1-123C-D382-6A96-21CC7352651A}"/>
          </ac:picMkLst>
        </pc:picChg>
        <pc:picChg chg="add mod">
          <ac:chgData name="Bryan Fernando Sarango Rodriguez" userId="b88c460d-539d-4987-a9c8-d95e779f98d2" providerId="ADAL" clId="{4F546B9E-9867-48D4-A9A1-6481F7C6B252}" dt="2026-08-31T15:26:12.713" v="827" actId="14100"/>
          <ac:picMkLst>
            <pc:docMk/>
            <pc:sldMk cId="2587887799" sldId="287"/>
            <ac:picMk id="18" creationId="{71092ACB-2192-9818-9637-5F0954F9BB43}"/>
          </ac:picMkLst>
        </pc:picChg>
      </pc:sldChg>
      <pc:sldChg chg="new del">
        <pc:chgData name="Bryan Fernando Sarango Rodriguez" userId="b88c460d-539d-4987-a9c8-d95e779f98d2" providerId="ADAL" clId="{4F546B9E-9867-48D4-A9A1-6481F7C6B252}" dt="2026-08-31T17:04:03.687" v="1125" actId="2696"/>
        <pc:sldMkLst>
          <pc:docMk/>
          <pc:sldMk cId="348632081" sldId="288"/>
        </pc:sldMkLst>
      </pc:sldChg>
      <pc:sldChg chg="delSp modSp add mod setBg">
        <pc:chgData name="Bryan Fernando Sarango Rodriguez" userId="b88c460d-539d-4987-a9c8-d95e779f98d2" providerId="ADAL" clId="{4F546B9E-9867-48D4-A9A1-6481F7C6B252}" dt="2026-08-31T17:04:28.866" v="1129" actId="478"/>
        <pc:sldMkLst>
          <pc:docMk/>
          <pc:sldMk cId="0" sldId="289"/>
        </pc:sldMkLst>
        <pc:spChg chg="del">
          <ac:chgData name="Bryan Fernando Sarango Rodriguez" userId="b88c460d-539d-4987-a9c8-d95e779f98d2" providerId="ADAL" clId="{4F546B9E-9867-48D4-A9A1-6481F7C6B252}" dt="2026-08-31T17:04:28.866" v="1129" actId="478"/>
          <ac:spMkLst>
            <pc:docMk/>
            <pc:sldMk cId="0" sldId="289"/>
            <ac:spMk id="3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7:03:59.159" v="1121" actId="27636"/>
          <ac:spMkLst>
            <pc:docMk/>
            <pc:sldMk cId="0" sldId="289"/>
            <ac:spMk id="4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7:03:59.159" v="1124" actId="27636"/>
          <ac:spMkLst>
            <pc:docMk/>
            <pc:sldMk cId="0" sldId="289"/>
            <ac:spMk id="8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7:03:59.159" v="1120" actId="27636"/>
          <ac:spMkLst>
            <pc:docMk/>
            <pc:sldMk cId="0" sldId="289"/>
            <ac:spMk id="9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7:03:59.159" v="1123" actId="27636"/>
          <ac:spMkLst>
            <pc:docMk/>
            <pc:sldMk cId="0" sldId="289"/>
            <ac:spMk id="12" creationId="{00000000-0000-0000-0000-000000000000}"/>
          </ac:spMkLst>
        </pc:spChg>
        <pc:spChg chg="mod">
          <ac:chgData name="Bryan Fernando Sarango Rodriguez" userId="b88c460d-539d-4987-a9c8-d95e779f98d2" providerId="ADAL" clId="{4F546B9E-9867-48D4-A9A1-6481F7C6B252}" dt="2026-08-31T17:03:59.159" v="1122" actId="27636"/>
          <ac:spMkLst>
            <pc:docMk/>
            <pc:sldMk cId="0" sldId="289"/>
            <ac:spMk id="16" creationId="{00000000-0000-0000-0000-000000000000}"/>
          </ac:spMkLst>
        </pc:spChg>
      </pc:sldChg>
    </pc:docChg>
  </pc:docChgLst>
  <pc:docChgLst>
    <pc:chgData name="Bryan Fernando Sarango Rodriguez" userId="b88c460d-539d-4987-a9c8-d95e779f98d2" providerId="ADAL" clId="{7A466B6C-CFE1-4817-ACCA-E9F46441F650}"/>
    <pc:docChg chg="undo custSel delSld modSld">
      <pc:chgData name="Bryan Fernando Sarango Rodriguez" userId="b88c460d-539d-4987-a9c8-d95e779f98d2" providerId="ADAL" clId="{7A466B6C-CFE1-4817-ACCA-E9F46441F650}" dt="2026-08-31T17:52:50.354" v="24" actId="27636"/>
      <pc:docMkLst>
        <pc:docMk/>
      </pc:docMkLst>
      <pc:sldChg chg="del">
        <pc:chgData name="Bryan Fernando Sarango Rodriguez" userId="b88c460d-539d-4987-a9c8-d95e779f98d2" providerId="ADAL" clId="{7A466B6C-CFE1-4817-ACCA-E9F46441F650}" dt="2026-08-31T17:46:28.393" v="0" actId="2696"/>
        <pc:sldMkLst>
          <pc:docMk/>
          <pc:sldMk cId="0" sldId="260"/>
        </pc:sldMkLst>
      </pc:sldChg>
      <pc:sldChg chg="modSp mod">
        <pc:chgData name="Bryan Fernando Sarango Rodriguez" userId="b88c460d-539d-4987-a9c8-d95e779f98d2" providerId="ADAL" clId="{7A466B6C-CFE1-4817-ACCA-E9F46441F650}" dt="2026-08-31T17:46:52.624" v="1" actId="14100"/>
        <pc:sldMkLst>
          <pc:docMk/>
          <pc:sldMk cId="0" sldId="261"/>
        </pc:sldMkLst>
        <pc:spChg chg="mod">
          <ac:chgData name="Bryan Fernando Sarango Rodriguez" userId="b88c460d-539d-4987-a9c8-d95e779f98d2" providerId="ADAL" clId="{7A466B6C-CFE1-4817-ACCA-E9F46441F650}" dt="2026-08-31T17:46:52.624" v="1" actId="14100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Bryan Fernando Sarango Rodriguez" userId="b88c460d-539d-4987-a9c8-d95e779f98d2" providerId="ADAL" clId="{7A466B6C-CFE1-4817-ACCA-E9F46441F650}" dt="2026-08-31T17:52:50.354" v="24" actId="27636"/>
        <pc:sldMkLst>
          <pc:docMk/>
          <pc:sldMk cId="0" sldId="265"/>
        </pc:sldMkLst>
        <pc:spChg chg="mod">
          <ac:chgData name="Bryan Fernando Sarango Rodriguez" userId="b88c460d-539d-4987-a9c8-d95e779f98d2" providerId="ADAL" clId="{7A466B6C-CFE1-4817-ACCA-E9F46441F650}" dt="2026-08-31T17:52:45.844" v="21" actId="2763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Bryan Fernando Sarango Rodriguez" userId="b88c460d-539d-4987-a9c8-d95e779f98d2" providerId="ADAL" clId="{7A466B6C-CFE1-4817-ACCA-E9F46441F650}" dt="2026-08-31T17:52:50.354" v="24" actId="27636"/>
          <ac:spMkLst>
            <pc:docMk/>
            <pc:sldMk cId="0" sldId="265"/>
            <ac:spMk id="17" creationId="{00000000-0000-0000-0000-000000000000}"/>
          </ac:spMkLst>
        </pc:spChg>
      </pc:sldChg>
      <pc:sldChg chg="del">
        <pc:chgData name="Bryan Fernando Sarango Rodriguez" userId="b88c460d-539d-4987-a9c8-d95e779f98d2" providerId="ADAL" clId="{7A466B6C-CFE1-4817-ACCA-E9F46441F650}" dt="2026-08-31T17:49:24.355" v="14" actId="2696"/>
        <pc:sldMkLst>
          <pc:docMk/>
          <pc:sldMk cId="0" sldId="272"/>
        </pc:sldMkLst>
      </pc:sldChg>
      <pc:sldChg chg="del">
        <pc:chgData name="Bryan Fernando Sarango Rodriguez" userId="b88c460d-539d-4987-a9c8-d95e779f98d2" providerId="ADAL" clId="{7A466B6C-CFE1-4817-ACCA-E9F46441F650}" dt="2026-08-31T17:49:50.427" v="15" actId="2696"/>
        <pc:sldMkLst>
          <pc:docMk/>
          <pc:sldMk cId="0" sldId="277"/>
        </pc:sldMkLst>
      </pc:sldChg>
      <pc:sldChg chg="modSp mod">
        <pc:chgData name="Bryan Fernando Sarango Rodriguez" userId="b88c460d-539d-4987-a9c8-d95e779f98d2" providerId="ADAL" clId="{7A466B6C-CFE1-4817-ACCA-E9F46441F650}" dt="2026-08-31T17:48:45.390" v="13" actId="2711"/>
        <pc:sldMkLst>
          <pc:docMk/>
          <pc:sldMk cId="0" sldId="289"/>
        </pc:sldMkLst>
        <pc:spChg chg="mod">
          <ac:chgData name="Bryan Fernando Sarango Rodriguez" userId="b88c460d-539d-4987-a9c8-d95e779f98d2" providerId="ADAL" clId="{7A466B6C-CFE1-4817-ACCA-E9F46441F650}" dt="2026-08-31T17:48:45.390" v="13" actId="2711"/>
          <ac:spMkLst>
            <pc:docMk/>
            <pc:sldMk cId="0" sldId="289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8318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Cadeia RL → Q-Learning → DQN. O gargalo é o operador max sobre 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Maldição da dimensionalidade: 3^7 = 2.187 e 10^7 = 10 milhões de 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atributos do método: contínuo, DPG+DQN, Actor-Critic, estabilizadores, model-free.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Divisória. As duas linhagens que o DDPG reúne.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gradiente de política ao Critic: a alta variância do REINFORCE motiva a segunda rede.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Actor: política determinística e sua arquitetura, com tanh e reescala.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do Actor e leitura dos dois termos do gradiente determinístico.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Estimativa por minibatch, taxas de aprendizado e a condição de diferenciabilidade.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Ruído de Ornstein-Uhlenbeck: exploração numa política determinística. Correlacionado no tempo, adequado a sistemas com inércia. Em teste, sem ruído.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Critic: avalia, não escolhe. A ação entra numa camada oculta posterior.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Critic como regressão supervisionada e o Polyak averaging.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central do seminário: percorrer o ciclo em cinco passos e explicar os congelamentos.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o buffer: quebra correlação temporal e reaproveita transições.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Alvo móvel e a deadly triad. As redes-alvo estabilizam, mas não garantem convergência.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Comparação DQN/DDPG e o trade-off de tau.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normalizada: 0 = aleatório, 1 = planejador iLQG. A coluna cntrl mostra o DPG sem redes-alvo.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normalizada: 0 = aleatório, 1 = planejador iLQG. A coluna cntrl mostra o DPG sem redes-alvo.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590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normalizada: 0 = aleatório, 1 = planejador iLQG. A coluna cntrl mostra o DPG sem redes-alvo.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600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normalizada: 0 = aleatório, 1 = planejador iLQG. A coluna cntrl mostra o DPG sem redes-alvo.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52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vantagens do método.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fragilidades e os métodos que as endereçam: TD3 e SAC.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principais.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Agradecimento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348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Pseudocódigo completo, como respaldo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816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gif"/><Relationship Id="rId4" Type="http://schemas.openxmlformats.org/officeDocument/2006/relationships/image" Target="../media/image47.gi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308" y="1229711"/>
            <a:ext cx="16441616" cy="4035234"/>
          </a:xfrm>
        </p:spPr>
        <p:txBody>
          <a:bodyPr>
            <a:normAutofit fontScale="90000"/>
          </a:bodyPr>
          <a:lstStyle/>
          <a:p>
            <a:r>
              <a:rPr lang="pt-BR" sz="8100" dirty="0"/>
              <a:t>TP558 - Tópicos avançados em Machine Learning:</a:t>
            </a:r>
            <a:br>
              <a:rPr lang="pt-BR" dirty="0"/>
            </a:br>
            <a:r>
              <a:rPr lang="en-US" b="1" i="1" dirty="0"/>
              <a:t>Deep Deterministic Policy Gradient (DDPG)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11873702" y="8670904"/>
            <a:ext cx="600651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/>
              <a:t>Bryan Fernando Sarango Rodriguez</a:t>
            </a:r>
          </a:p>
          <a:p>
            <a:r>
              <a:rPr lang="pt-BR" sz="2700" dirty="0"/>
              <a:t>bryan.rodriguez@dtel.inatel.br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589959" y="8670904"/>
            <a:ext cx="3392082" cy="1015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7658974" y="5315312"/>
            <a:ext cx="3392084" cy="335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2371792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 · </a:t>
            </a:r>
            <a:r>
              <a:rPr lang="en-US" sz="1800" b="1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CONTEXTO</a:t>
            </a:r>
            <a:endParaRPr lang="en-US" sz="1800" b="1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Abertura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64105"/>
            <a:ext cx="7962900" cy="1609725"/>
          </a:xfrm>
          <a:prstGeom prst="roundRect">
            <a:avLst>
              <a:gd name="adj" fmla="val 2367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2598801"/>
            <a:ext cx="815903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REINFORCEMENT LEARNING</a:t>
            </a:r>
            <a:endParaRPr lang="en-US" sz="1800" b="1" dirty="0"/>
          </a:p>
        </p:txBody>
      </p:sp>
      <p:sp>
        <p:nvSpPr>
          <p:cNvPr id="8" name="Text 6"/>
          <p:cNvSpPr/>
          <p:nvPr/>
        </p:nvSpPr>
        <p:spPr>
          <a:xfrm>
            <a:off x="1225296" y="2967609"/>
            <a:ext cx="769010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Agente aprende interagindo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observa </a:t>
            </a:r>
            <a:r>
              <a:rPr lang="en-US" sz="2250" b="1" i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executa </a:t>
            </a:r>
            <a:r>
              <a:rPr lang="en-US" sz="2250" b="1" i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recebe </a:t>
            </a:r>
            <a:r>
              <a:rPr lang="en-US" sz="2250" b="1" i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</a:t>
            </a:r>
            <a:endParaRPr lang="en-US" sz="2250" b="1" i="1" dirty="0"/>
          </a:p>
        </p:txBody>
      </p:sp>
      <p:sp>
        <p:nvSpPr>
          <p:cNvPr id="9" name="Shape 7"/>
          <p:cNvSpPr/>
          <p:nvPr/>
        </p:nvSpPr>
        <p:spPr>
          <a:xfrm>
            <a:off x="952500" y="4164330"/>
            <a:ext cx="7962900" cy="2874550"/>
          </a:xfrm>
          <a:prstGeom prst="roundRect">
            <a:avLst>
              <a:gd name="adj" fmla="val 1325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4399026"/>
            <a:ext cx="815903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Q-LEARNING</a:t>
            </a:r>
            <a:endParaRPr lang="en-US" sz="1800" b="1" dirty="0"/>
          </a:p>
        </p:txBody>
      </p:sp>
      <p:sp>
        <p:nvSpPr>
          <p:cNvPr id="11" name="Text 9"/>
          <p:cNvSpPr/>
          <p:nvPr/>
        </p:nvSpPr>
        <p:spPr>
          <a:xfrm>
            <a:off x="1225296" y="4786884"/>
            <a:ext cx="815903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Valor de cada par (s, a)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guardado numa tabela</a:t>
            </a:r>
            <a:endParaRPr lang="en-US" sz="22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267896"/>
            <a:ext cx="7417308" cy="110671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25296" y="6469856"/>
            <a:ext cx="8159038" cy="37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Limite — </a:t>
            </a: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só existe se as ações forem poucas e discretas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952500" y="7229380"/>
            <a:ext cx="7962900" cy="1677067"/>
          </a:xfrm>
          <a:prstGeom prst="roundRect">
            <a:avLst>
              <a:gd name="adj" fmla="val 2272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25296" y="7464076"/>
            <a:ext cx="8159038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D5AA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DEEP Q-NETWORK (DQN)</a:t>
            </a:r>
            <a:endParaRPr lang="en-US" sz="1800" b="1" dirty="0"/>
          </a:p>
        </p:txBody>
      </p:sp>
      <p:sp>
        <p:nvSpPr>
          <p:cNvPr id="16" name="Text 13"/>
          <p:cNvSpPr/>
          <p:nvPr/>
        </p:nvSpPr>
        <p:spPr>
          <a:xfrm>
            <a:off x="1225296" y="7832884"/>
            <a:ext cx="815903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Rede neural no lugar da tabela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Q(s,a|θ)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225296" y="8294846"/>
            <a:ext cx="8159038" cy="415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Mas — </a:t>
            </a: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operador max</a:t>
            </a:r>
            <a:r>
              <a:rPr lang="en-US" sz="1625" baseline="-4000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a′ </a:t>
            </a: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continua exigindo ações discretas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9918954" y="2364105"/>
            <a:ext cx="6870192" cy="3535108"/>
          </a:xfrm>
          <a:prstGeom prst="roundRect">
            <a:avLst>
              <a:gd name="adj" fmla="val 1078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8954" y="2364105"/>
            <a:ext cx="6870192" cy="353510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1919204" y="6127813"/>
            <a:ext cx="2869692" cy="2869692"/>
          </a:xfrm>
          <a:prstGeom prst="roundRect">
            <a:avLst>
              <a:gd name="adj" fmla="val 1328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9204" y="6127813"/>
            <a:ext cx="2869692" cy="28696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2371792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 · CONTEXTO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Por que não basta discretizar?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364105"/>
            <a:ext cx="1003964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Braço robótico com </a:t>
            </a: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 graus de liberdade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" y="2997517"/>
            <a:ext cx="4449127" cy="1974342"/>
          </a:xfrm>
          <a:prstGeom prst="roundRect">
            <a:avLst>
              <a:gd name="adj" fmla="val 1930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3232213"/>
            <a:ext cx="4293889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 VALORES / JUNTA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25296" y="3581971"/>
            <a:ext cx="4293889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661"/>
              </a:lnSpc>
              <a:buNone/>
            </a:pPr>
            <a:r>
              <a:rPr lang="en-US" sz="6150" dirty="0">
                <a:solidFill>
                  <a:srgbClr val="B6823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2.187</a:t>
            </a:r>
            <a:endParaRPr lang="en-US" sz="6150" dirty="0"/>
          </a:p>
        </p:txBody>
      </p:sp>
      <p:sp>
        <p:nvSpPr>
          <p:cNvPr id="10" name="Text 8"/>
          <p:cNvSpPr/>
          <p:nvPr/>
        </p:nvSpPr>
        <p:spPr>
          <a:xfrm>
            <a:off x="1225296" y="4420171"/>
            <a:ext cx="4293889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 err="1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ações</a:t>
            </a: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950" dirty="0" err="1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discretas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630227" y="2997517"/>
            <a:ext cx="4449223" cy="1974342"/>
          </a:xfrm>
          <a:prstGeom prst="roundRect">
            <a:avLst>
              <a:gd name="adj" fmla="val 1930"/>
            </a:avLst>
          </a:prstGeom>
          <a:solidFill>
            <a:srgbClr val="FDFAF5"/>
          </a:solidFill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3023" y="3232213"/>
            <a:ext cx="4293994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 VALORES / JUNTA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91981" y="3658171"/>
            <a:ext cx="429399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661"/>
              </a:lnSpc>
              <a:buNone/>
            </a:pPr>
            <a:r>
              <a:rPr lang="en-US" sz="6150" dirty="0">
                <a:solidFill>
                  <a:srgbClr val="B6823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10.000.000</a:t>
            </a:r>
            <a:endParaRPr lang="en-US" sz="6150" dirty="0"/>
          </a:p>
        </p:txBody>
      </p:sp>
      <p:sp>
        <p:nvSpPr>
          <p:cNvPr id="14" name="Text 12"/>
          <p:cNvSpPr/>
          <p:nvPr/>
        </p:nvSpPr>
        <p:spPr>
          <a:xfrm>
            <a:off x="5903023" y="4420171"/>
            <a:ext cx="4293994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 ações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2500" y="5219509"/>
            <a:ext cx="1003964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Crescimento exponencial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com os graus de liberdade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5738622"/>
            <a:ext cx="912695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5881497"/>
            <a:ext cx="940075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Estrutura descartada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perde-se a noção de que ações vizinhas têm valores parecidos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2500" y="6900672"/>
            <a:ext cx="24384" cy="590550"/>
          </a:xfrm>
          <a:prstGeom prst="rect">
            <a:avLst/>
          </a:prstGeom>
          <a:solidFill>
            <a:srgbClr val="B68235"/>
          </a:solidFill>
          <a:ln/>
        </p:spPr>
      </p:sp>
      <p:sp>
        <p:nvSpPr>
          <p:cNvPr id="19" name="Text 17"/>
          <p:cNvSpPr/>
          <p:nvPr/>
        </p:nvSpPr>
        <p:spPr>
          <a:xfrm>
            <a:off x="1205484" y="6957822"/>
            <a:ext cx="976136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796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É preciso um método que opere nativamente no contínuo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1472481" y="2364105"/>
            <a:ext cx="4965192" cy="2798254"/>
          </a:xfrm>
          <a:prstGeom prst="roundRect">
            <a:avLst>
              <a:gd name="adj" fmla="val 1362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2481" y="2364105"/>
            <a:ext cx="4965192" cy="279825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11472481" y="5371909"/>
            <a:ext cx="4965192" cy="2798254"/>
          </a:xfrm>
          <a:prstGeom prst="roundRect">
            <a:avLst>
              <a:gd name="adj" fmla="val 1362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2481" y="5371909"/>
            <a:ext cx="4965192" cy="27982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2371792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 · CONTEXTO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DDPG — Deep Deterministic Policy Gradient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64105"/>
            <a:ext cx="4529138" cy="1209675"/>
          </a:xfrm>
          <a:prstGeom prst="roundRect">
            <a:avLst>
              <a:gd name="adj" fmla="val 3150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6246" y="2598801"/>
            <a:ext cx="4423810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DOMÍNIO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6246" y="2967609"/>
            <a:ext cx="44238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Ações contínuas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5691188" y="2364105"/>
            <a:ext cx="4529138" cy="1209675"/>
          </a:xfrm>
          <a:prstGeom prst="roundRect">
            <a:avLst>
              <a:gd name="adj" fmla="val 3150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4934" y="2598801"/>
            <a:ext cx="4423810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ORIGEM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4934" y="2967609"/>
            <a:ext cx="44238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DPG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+ ideias do </a:t>
            </a: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DQN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3783330"/>
            <a:ext cx="4529138" cy="1581150"/>
          </a:xfrm>
          <a:prstGeom prst="roundRect">
            <a:avLst>
              <a:gd name="adj" fmla="val 2410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6246" y="4018026"/>
            <a:ext cx="4423810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ARQUITETURA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6246" y="4386834"/>
            <a:ext cx="414229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Actor–Critic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uma rede decide, outra avalia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5691188" y="3783330"/>
            <a:ext cx="4529138" cy="1581150"/>
          </a:xfrm>
          <a:prstGeom prst="roundRect">
            <a:avLst>
              <a:gd name="adj" fmla="val 2410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4934" y="4018026"/>
            <a:ext cx="4423810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ESTABILIDADE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4934" y="4386834"/>
            <a:ext cx="414229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Replay Buffer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 </a:t>
            </a: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Networks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2500" y="5574030"/>
            <a:ext cx="9267825" cy="1209675"/>
          </a:xfrm>
          <a:prstGeom prst="roundRect">
            <a:avLst>
              <a:gd name="adj" fmla="val 3150"/>
            </a:avLst>
          </a:prstGeom>
          <a:solidFill>
            <a:srgbClr val="FDFAF5"/>
          </a:solidFill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6246" y="5808726"/>
            <a:ext cx="9636366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NATUREZA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06246" y="6177534"/>
            <a:ext cx="96363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Model-free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off-policy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 </a:t>
            </a: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end-to-end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1542966" y="2364105"/>
            <a:ext cx="4965192" cy="2963323"/>
          </a:xfrm>
          <a:prstGeom prst="roundRect">
            <a:avLst>
              <a:gd name="adj" fmla="val 1286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2966" y="2364105"/>
            <a:ext cx="4965192" cy="296332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12019216" y="5536978"/>
            <a:ext cx="4012692" cy="4012692"/>
          </a:xfrm>
          <a:prstGeom prst="roundRect">
            <a:avLst>
              <a:gd name="adj" fmla="val 949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9216" y="5536978"/>
            <a:ext cx="4012692" cy="40126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1714957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 · SEÇÃO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499" y="1168908"/>
            <a:ext cx="1051906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831"/>
              </a:lnSpc>
              <a:buNone/>
            </a:pPr>
            <a:r>
              <a:rPr lang="en-US" sz="660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Fundamentação teórica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952500" y="2330958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484816"/>
            <a:ext cx="163830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496036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 · FUNDAMENTAÇÃO TEÓRICA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Policy Gradient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64105"/>
            <a:ext cx="8067675" cy="2321719"/>
          </a:xfrm>
          <a:prstGeom prst="roundRect">
            <a:avLst>
              <a:gd name="adj" fmla="val 1641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2598801"/>
            <a:ext cx="8274291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POLÍTICA PARAMETRIZADA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5296" y="2986659"/>
            <a:ext cx="8274291" cy="37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Otimizar θ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 ascensão de gradiente sobre o retorno esperado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3416237"/>
            <a:ext cx="7522083" cy="103489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267825" y="2364105"/>
            <a:ext cx="8067675" cy="2321719"/>
          </a:xfrm>
          <a:prstGeom prst="roundRect">
            <a:avLst>
              <a:gd name="adj" fmla="val 1641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40621" y="2598801"/>
            <a:ext cx="8274291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TEOREMA DO POLICY GRADIENT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540621" y="2986659"/>
            <a:ext cx="8274291" cy="37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Gradiente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 função de log π e do valor Q</a:t>
            </a:r>
            <a:endParaRPr lang="en-US" sz="19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0621" y="3416237"/>
            <a:ext cx="7522083" cy="100060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52500" y="5071491"/>
            <a:ext cx="4978336" cy="1082992"/>
          </a:xfrm>
          <a:prstGeom prst="roundRect">
            <a:avLst>
              <a:gd name="adj" fmla="val 3518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87196" y="5268087"/>
            <a:ext cx="4644213" cy="727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Problema —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estimar Q</a:t>
            </a:r>
            <a:r>
              <a:rPr lang="en-US" sz="1625" baseline="30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π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 Monte Carlo (REINFORCE): alta variância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6121336" y="5393531"/>
            <a:ext cx="419100" cy="477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→</a:t>
            </a:r>
            <a:endParaRPr lang="en-US" sz="2700" dirty="0"/>
          </a:p>
        </p:txBody>
      </p:sp>
      <p:sp>
        <p:nvSpPr>
          <p:cNvPr id="17" name="Shape 13"/>
          <p:cNvSpPr/>
          <p:nvPr/>
        </p:nvSpPr>
        <p:spPr>
          <a:xfrm>
            <a:off x="6654736" y="5071491"/>
            <a:ext cx="4978432" cy="1082992"/>
          </a:xfrm>
          <a:prstGeom prst="roundRect">
            <a:avLst>
              <a:gd name="adj" fmla="val 3518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89432" y="5268087"/>
            <a:ext cx="4644311" cy="727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Solução —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aproximar Q</a:t>
            </a:r>
            <a:r>
              <a:rPr lang="en-US" sz="1625" baseline="30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π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 uma segunda rede treinada</a:t>
            </a:r>
            <a:endParaRPr lang="en-US" sz="1950" dirty="0"/>
          </a:p>
        </p:txBody>
      </p:sp>
      <p:sp>
        <p:nvSpPr>
          <p:cNvPr id="19" name="Text 15"/>
          <p:cNvSpPr/>
          <p:nvPr/>
        </p:nvSpPr>
        <p:spPr>
          <a:xfrm>
            <a:off x="11823668" y="5393531"/>
            <a:ext cx="419100" cy="477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→</a:t>
            </a:r>
            <a:endParaRPr lang="en-US" sz="2700" dirty="0"/>
          </a:p>
        </p:txBody>
      </p:sp>
      <p:sp>
        <p:nvSpPr>
          <p:cNvPr id="20" name="Shape 16"/>
          <p:cNvSpPr/>
          <p:nvPr/>
        </p:nvSpPr>
        <p:spPr>
          <a:xfrm>
            <a:off x="12357068" y="4933474"/>
            <a:ext cx="4978432" cy="1359027"/>
          </a:xfrm>
          <a:prstGeom prst="roundRect">
            <a:avLst>
              <a:gd name="adj" fmla="val 2803"/>
            </a:avLst>
          </a:prstGeom>
          <a:solidFill>
            <a:srgbClr val="FDFAF5"/>
          </a:solidFill>
          <a:ln w="6096">
            <a:solidFill>
              <a:srgbClr val="B6823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2591764" y="5130069"/>
            <a:ext cx="4644311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Nasce o Critic —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Actor–Critic = política parametrizada + valor aprendido</a:t>
            </a:r>
            <a:endParaRPr lang="en-US" sz="1950" dirty="0"/>
          </a:p>
        </p:txBody>
      </p:sp>
      <p:sp>
        <p:nvSpPr>
          <p:cNvPr id="22" name="Shape 18"/>
          <p:cNvSpPr/>
          <p:nvPr/>
        </p:nvSpPr>
        <p:spPr>
          <a:xfrm>
            <a:off x="952500" y="6540151"/>
            <a:ext cx="24384" cy="485775"/>
          </a:xfrm>
          <a:prstGeom prst="rect">
            <a:avLst/>
          </a:prstGeom>
          <a:solidFill>
            <a:srgbClr val="B68235"/>
          </a:solidFill>
          <a:ln/>
        </p:spPr>
      </p:sp>
      <p:sp>
        <p:nvSpPr>
          <p:cNvPr id="23" name="Text 19"/>
          <p:cNvSpPr/>
          <p:nvPr/>
        </p:nvSpPr>
        <p:spPr>
          <a:xfrm>
            <a:off x="1205484" y="6597301"/>
            <a:ext cx="1774301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DDPG aplica a lógica ao caso determinístico: </a:t>
            </a: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μ(s) em vez de π(a|s)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daí o Teorema DPG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496036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 · FUNDAMENTAÇÃO TEÓRICA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Actor: definição e arquitetura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64105"/>
            <a:ext cx="8048625" cy="2789491"/>
          </a:xfrm>
          <a:prstGeom prst="roundRect">
            <a:avLst>
              <a:gd name="adj" fmla="val 1366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2598801"/>
            <a:ext cx="8253336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POLÍTICA DETERMINÍSTICA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3005709"/>
            <a:ext cx="7503033" cy="11302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4250246"/>
            <a:ext cx="7728124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Uma ação, sem amostragem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diferente de π(a|s), que devolve uma distribuição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9286875" y="2364105"/>
            <a:ext cx="8048625" cy="2789491"/>
          </a:xfrm>
          <a:prstGeom prst="roundRect">
            <a:avLst>
              <a:gd name="adj" fmla="val 1366"/>
            </a:avLst>
          </a:prstGeom>
          <a:solidFill>
            <a:srgbClr val="FDFAF5"/>
          </a:solidFill>
          <a:ln w="6096">
            <a:solidFill>
              <a:srgbClr val="B682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59671" y="3314414"/>
            <a:ext cx="8253336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IDEIA-CHAVE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559671" y="3721322"/>
            <a:ext cx="8253336" cy="52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122"/>
              </a:lnSpc>
              <a:buNone/>
            </a:pPr>
            <a:r>
              <a:rPr lang="en-US" sz="330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“O que devo fazer neste estado?”</a:t>
            </a:r>
            <a:endParaRPr lang="en-US" sz="3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5439346"/>
            <a:ext cx="16383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496036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 · FUNDAMENTAÇÃO TEÓRICA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Objetivo do Actor e Teorema DPG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64105"/>
            <a:ext cx="8067675" cy="2954750"/>
          </a:xfrm>
          <a:prstGeom prst="roundRect">
            <a:avLst>
              <a:gd name="adj" fmla="val 1289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2579751"/>
            <a:ext cx="8274291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FUNÇÃO OBJETIVO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5296" y="2948559"/>
            <a:ext cx="8274291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Maximizar o valor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 ações que produz, segundo o Critic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3346704"/>
            <a:ext cx="7522083" cy="10463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25296" y="4469225"/>
            <a:ext cx="7747745" cy="672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ρ</a:t>
            </a:r>
            <a:r>
              <a:rPr lang="en-US" sz="1500" baseline="3000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β </a:t>
            </a:r>
            <a:r>
              <a:rPr lang="en-US" sz="180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estados sob a política de comportamento β = μ + ruído (off-policy)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267825" y="2364105"/>
            <a:ext cx="8067675" cy="2954750"/>
          </a:xfrm>
          <a:prstGeom prst="roundRect">
            <a:avLst>
              <a:gd name="adj" fmla="val 1289"/>
            </a:avLst>
          </a:prstGeom>
          <a:solidFill>
            <a:srgbClr val="FDFAF5"/>
          </a:solidFill>
          <a:ln w="6096">
            <a:solidFill>
              <a:srgbClr val="B682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40621" y="2579751"/>
            <a:ext cx="8274291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TEOREMA DPG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540621" y="2948559"/>
            <a:ext cx="8274291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Gradiente determinístico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regra da cadeia em duas partes</a:t>
            </a:r>
            <a:endParaRPr lang="en-US" sz="1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0621" y="3346704"/>
            <a:ext cx="7522083" cy="104746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52500" y="5547455"/>
            <a:ext cx="5308568" cy="1618488"/>
          </a:xfrm>
          <a:prstGeom prst="roundRect">
            <a:avLst>
              <a:gd name="adj" fmla="val 2354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206246" y="5763101"/>
            <a:ext cx="5281184" cy="505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D5AA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∇</a:t>
            </a:r>
            <a:r>
              <a:rPr lang="en-US" sz="2125" baseline="-40000" dirty="0">
                <a:solidFill>
                  <a:srgbClr val="1D5AA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</a:t>
            </a:r>
            <a:r>
              <a:rPr lang="en-US" sz="2550" dirty="0">
                <a:solidFill>
                  <a:srgbClr val="1D5AA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</a:t>
            </a:r>
            <a:endParaRPr lang="en-US" sz="2550" dirty="0"/>
          </a:p>
        </p:txBody>
      </p:sp>
      <p:sp>
        <p:nvSpPr>
          <p:cNvPr id="17" name="Text 13"/>
          <p:cNvSpPr/>
          <p:nvPr/>
        </p:nvSpPr>
        <p:spPr>
          <a:xfrm>
            <a:off x="1206246" y="6306407"/>
            <a:ext cx="4945108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Vem do Critic —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quanto o valor muda se eu mudar a ação</a:t>
            </a:r>
            <a:endParaRPr lang="en-US" sz="1950" dirty="0"/>
          </a:p>
        </p:txBody>
      </p:sp>
      <p:sp>
        <p:nvSpPr>
          <p:cNvPr id="18" name="Shape 14"/>
          <p:cNvSpPr/>
          <p:nvPr/>
        </p:nvSpPr>
        <p:spPr>
          <a:xfrm>
            <a:off x="6489668" y="5547455"/>
            <a:ext cx="5308568" cy="1618488"/>
          </a:xfrm>
          <a:prstGeom prst="roundRect">
            <a:avLst>
              <a:gd name="adj" fmla="val 2354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43414" y="5763101"/>
            <a:ext cx="5281184" cy="505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∇</a:t>
            </a:r>
            <a:r>
              <a:rPr lang="en-US" sz="2125" baseline="-40000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θμ</a:t>
            </a:r>
            <a:r>
              <a:rPr lang="en-US" sz="2550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μ</a:t>
            </a:r>
            <a:endParaRPr lang="en-US" sz="2550" dirty="0"/>
          </a:p>
        </p:txBody>
      </p:sp>
      <p:sp>
        <p:nvSpPr>
          <p:cNvPr id="20" name="Text 16"/>
          <p:cNvSpPr/>
          <p:nvPr/>
        </p:nvSpPr>
        <p:spPr>
          <a:xfrm>
            <a:off x="6743414" y="6306407"/>
            <a:ext cx="4945108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Vem do Actor —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quanto a ação muda se eu mudar os pesos</a:t>
            </a:r>
            <a:endParaRPr lang="en-US" sz="1950" dirty="0"/>
          </a:p>
        </p:txBody>
      </p:sp>
      <p:sp>
        <p:nvSpPr>
          <p:cNvPr id="21" name="Shape 17"/>
          <p:cNvSpPr/>
          <p:nvPr/>
        </p:nvSpPr>
        <p:spPr>
          <a:xfrm>
            <a:off x="12026836" y="5954649"/>
            <a:ext cx="24384" cy="804100"/>
          </a:xfrm>
          <a:prstGeom prst="rect">
            <a:avLst/>
          </a:prstGeom>
          <a:solidFill>
            <a:srgbClr val="B68235"/>
          </a:solidFill>
          <a:ln/>
        </p:spPr>
      </p:sp>
      <p:sp>
        <p:nvSpPr>
          <p:cNvPr id="22" name="Text 18"/>
          <p:cNvSpPr/>
          <p:nvPr/>
        </p:nvSpPr>
        <p:spPr>
          <a:xfrm>
            <a:off x="12279820" y="6011799"/>
            <a:ext cx="5207251" cy="727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produto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dá a direção em que mover θ</a:t>
            </a:r>
            <a:r>
              <a:rPr lang="en-US" sz="1625" baseline="30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μ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para que a ação tenha Q maior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496036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 · FUNDAMENTAÇÃO TEÓRICA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Minibatch, atualização e diferenciabilidade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64105"/>
            <a:ext cx="8382000" cy="2097976"/>
          </a:xfrm>
          <a:prstGeom prst="roundRect">
            <a:avLst>
              <a:gd name="adj" fmla="val 1816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2579751"/>
            <a:ext cx="862004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ESTIMATIVA POR MINIBATCH</a:t>
            </a:r>
            <a:endParaRPr lang="en-US" sz="1800" b="1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2948559"/>
            <a:ext cx="7836408" cy="12978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52500" y="4671631"/>
            <a:ext cx="8382000" cy="1799844"/>
          </a:xfrm>
          <a:prstGeom prst="roundRect">
            <a:avLst>
              <a:gd name="adj" fmla="val 2117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25296" y="4887277"/>
            <a:ext cx="862004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ASCENSÃO DE GRADIENTE</a:t>
            </a:r>
            <a:endParaRPr lang="en-US" sz="1800" b="1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5256086"/>
            <a:ext cx="7836408" cy="999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52500" y="6681025"/>
            <a:ext cx="4086225" cy="1219200"/>
          </a:xfrm>
          <a:prstGeom prst="roundRect">
            <a:avLst>
              <a:gd name="adj" fmla="val 3125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407253" y="6858571"/>
            <a:ext cx="1252823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Α ACTOR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556224" y="7189279"/>
            <a:ext cx="11038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547"/>
              </a:lnSpc>
              <a:buNone/>
            </a:pPr>
            <a:r>
              <a:rPr lang="en-US" sz="4200" dirty="0">
                <a:solidFill>
                  <a:srgbClr val="B6823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10⁻⁴</a:t>
            </a:r>
            <a:endParaRPr lang="en-US" sz="4200" dirty="0"/>
          </a:p>
        </p:txBody>
      </p:sp>
      <p:sp>
        <p:nvSpPr>
          <p:cNvPr id="15" name="Shape 11"/>
          <p:cNvSpPr/>
          <p:nvPr/>
        </p:nvSpPr>
        <p:spPr>
          <a:xfrm>
            <a:off x="5248275" y="6647055"/>
            <a:ext cx="4086225" cy="1219200"/>
          </a:xfrm>
          <a:prstGeom prst="roundRect">
            <a:avLst>
              <a:gd name="adj" fmla="val 3125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94551" y="6858571"/>
            <a:ext cx="1269778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Α CRITIC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890677" y="7189279"/>
            <a:ext cx="1394341" cy="710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547"/>
              </a:lnSpc>
              <a:buNone/>
            </a:pPr>
            <a:r>
              <a:rPr lang="en-US" sz="4200" dirty="0">
                <a:solidFill>
                  <a:srgbClr val="1D5AA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10⁻³</a:t>
            </a:r>
            <a:endParaRPr lang="en-US" sz="4200" dirty="0"/>
          </a:p>
        </p:txBody>
      </p:sp>
      <p:sp>
        <p:nvSpPr>
          <p:cNvPr id="18" name="Shape 14"/>
          <p:cNvSpPr/>
          <p:nvPr/>
        </p:nvSpPr>
        <p:spPr>
          <a:xfrm>
            <a:off x="9715500" y="2364105"/>
            <a:ext cx="7620000" cy="2049494"/>
          </a:xfrm>
          <a:prstGeom prst="roundRect">
            <a:avLst>
              <a:gd name="adj" fmla="val 1859"/>
            </a:avLst>
          </a:prstGeom>
          <a:solidFill>
            <a:srgbClr val="FDFAF5"/>
          </a:solidFill>
          <a:ln w="6096">
            <a:solidFill>
              <a:srgbClr val="B6823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988296" y="2598801"/>
            <a:ext cx="778184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CONDIÇÃO DE DIFERENCIABILIDADE</a:t>
            </a:r>
            <a:endParaRPr lang="en-US" sz="1800" b="1" dirty="0"/>
          </a:p>
        </p:txBody>
      </p:sp>
      <p:sp>
        <p:nvSpPr>
          <p:cNvPr id="20" name="Text 16"/>
          <p:cNvSpPr/>
          <p:nvPr/>
        </p:nvSpPr>
        <p:spPr>
          <a:xfrm>
            <a:off x="9988296" y="2986659"/>
            <a:ext cx="778184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Só funciona porque Q(s,a) é diferenciável em a</a:t>
            </a:r>
            <a:endParaRPr lang="en-US" sz="2250" dirty="0"/>
          </a:p>
        </p:txBody>
      </p:sp>
      <p:sp>
        <p:nvSpPr>
          <p:cNvPr id="21" name="Text 17"/>
          <p:cNvSpPr/>
          <p:nvPr/>
        </p:nvSpPr>
        <p:spPr>
          <a:xfrm>
            <a:off x="9988296" y="3467671"/>
            <a:ext cx="7286640" cy="749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É o que restringe o DDPG ao contínuo — em espaço discreto não </a:t>
            </a:r>
            <a:r>
              <a:rPr lang="en-US" sz="1950" dirty="0" err="1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existe</a:t>
            </a: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∇</a:t>
            </a:r>
            <a:r>
              <a:rPr lang="en-US" sz="1625" baseline="-40000" dirty="0" err="1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</a:t>
            </a:r>
            <a:r>
              <a:rPr lang="en-US" sz="1950" dirty="0" err="1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</a:t>
            </a:r>
            <a:endParaRPr lang="en-US" sz="1950" dirty="0"/>
          </a:p>
        </p:txBody>
      </p:sp>
      <p:sp>
        <p:nvSpPr>
          <p:cNvPr id="22" name="Shape 18"/>
          <p:cNvSpPr/>
          <p:nvPr/>
        </p:nvSpPr>
        <p:spPr>
          <a:xfrm>
            <a:off x="9715500" y="4623149"/>
            <a:ext cx="7620000" cy="2006917"/>
          </a:xfrm>
          <a:prstGeom prst="roundRect">
            <a:avLst>
              <a:gd name="adj" fmla="val 1898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988296" y="4857845"/>
            <a:ext cx="778184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CONSEQUÊNCIA</a:t>
            </a:r>
            <a:endParaRPr lang="en-US" sz="1800" b="1" dirty="0"/>
          </a:p>
        </p:txBody>
      </p:sp>
      <p:sp>
        <p:nvSpPr>
          <p:cNvPr id="24" name="Text 20"/>
          <p:cNvSpPr/>
          <p:nvPr/>
        </p:nvSpPr>
        <p:spPr>
          <a:xfrm>
            <a:off x="9988296" y="5245703"/>
            <a:ext cx="778184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Dispensa importance sampling</a:t>
            </a:r>
            <a:endParaRPr lang="en-US" sz="2250" dirty="0"/>
          </a:p>
        </p:txBody>
      </p:sp>
      <p:sp>
        <p:nvSpPr>
          <p:cNvPr id="25" name="Text 21"/>
          <p:cNvSpPr/>
          <p:nvPr/>
        </p:nvSpPr>
        <p:spPr>
          <a:xfrm>
            <a:off x="9988296" y="5726716"/>
            <a:ext cx="7286640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en-US" sz="200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Não há integral sobre distribuição de ações — o off-policy é natural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496036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FUNDAMENTAÇÃO TEÓRICA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59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/>
                <a:ea typeface="Georgia" pitchFamily="34" charset="-122"/>
                <a:cs typeface="Georgia" pitchFamily="34" charset="-120"/>
              </a:rPr>
              <a:t>Exploração: ruído de Ornstein–Uhlenbeck</a:t>
            </a:r>
            <a:endParaRPr lang="en-US" sz="4650" dirty="0">
              <a:latin typeface="Cormorant Garamon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64105"/>
            <a:ext cx="8001000" cy="1569720"/>
          </a:xfrm>
          <a:prstGeom prst="roundRect">
            <a:avLst>
              <a:gd name="adj" fmla="val 2427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2579751"/>
            <a:ext cx="820094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5296" y="2948559"/>
            <a:ext cx="82009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976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política determinística não explora sozinha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25296" y="3396234"/>
            <a:ext cx="8200948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10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Mesmo estado, sempre a mesma ação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" y="4124325"/>
            <a:ext cx="8001000" cy="2298763"/>
          </a:xfrm>
          <a:prstGeom prst="roundRect">
            <a:avLst>
              <a:gd name="adj" fmla="val 1657"/>
            </a:avLst>
          </a:prstGeom>
          <a:solidFill>
            <a:srgbClr val="FDFAF5"/>
          </a:solidFill>
          <a:ln w="6096">
            <a:solidFill>
              <a:srgbClr val="B682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4339971"/>
            <a:ext cx="820094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SOLUÇÃO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5296" y="4727829"/>
            <a:ext cx="8200948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10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Ruído aditivo na ação </a:t>
            </a:r>
            <a:r>
              <a:rPr lang="en-US" sz="19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apenas durante o treino</a:t>
            </a:r>
            <a:endParaRPr lang="en-US" sz="1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145024"/>
            <a:ext cx="7455408" cy="106241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52500" y="6613588"/>
            <a:ext cx="8001000" cy="2236946"/>
          </a:xfrm>
          <a:prstGeom prst="roundRect">
            <a:avLst>
              <a:gd name="adj" fmla="val 1703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25296" y="6829234"/>
            <a:ext cx="820094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PAPER ORIGINAL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25296" y="7217093"/>
            <a:ext cx="8200948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810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𝒩 é um processo de Ornstein–Uhlenbeck</a:t>
            </a:r>
            <a:endParaRPr lang="en-US" sz="1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7634288"/>
            <a:ext cx="7455408" cy="1000601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500" y="2364105"/>
            <a:ext cx="8001000" cy="292712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334500" y="5481733"/>
            <a:ext cx="8001000" cy="1765935"/>
          </a:xfrm>
          <a:prstGeom prst="roundRect">
            <a:avLst>
              <a:gd name="adj" fmla="val 2157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607296" y="5697378"/>
            <a:ext cx="820094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QUÊ OU E NÃO GAUSSIANO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9607296" y="6066187"/>
            <a:ext cx="7679070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10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Gera ruído correlacionado no tempo </a:t>
            </a:r>
            <a:r>
              <a:rPr lang="en-US" sz="19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adequado a sistemas físicos com inércia, onde perturbações independentes se cancelam</a:t>
            </a:r>
            <a:endParaRPr lang="en-US" sz="1950" dirty="0"/>
          </a:p>
        </p:txBody>
      </p:sp>
      <p:sp>
        <p:nvSpPr>
          <p:cNvPr id="22" name="Shape 17"/>
          <p:cNvSpPr/>
          <p:nvPr/>
        </p:nvSpPr>
        <p:spPr>
          <a:xfrm>
            <a:off x="9334500" y="7438167"/>
            <a:ext cx="24384" cy="848773"/>
          </a:xfrm>
          <a:prstGeom prst="rect">
            <a:avLst/>
          </a:prstGeom>
          <a:solidFill>
            <a:srgbClr val="B68235"/>
          </a:solidFill>
          <a:ln/>
        </p:spPr>
      </p:sp>
      <p:sp>
        <p:nvSpPr>
          <p:cNvPr id="23" name="Text 18"/>
          <p:cNvSpPr/>
          <p:nvPr/>
        </p:nvSpPr>
        <p:spPr>
          <a:xfrm>
            <a:off x="9587484" y="7495317"/>
            <a:ext cx="7980457" cy="772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10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teste/execução — </a:t>
            </a:r>
            <a:r>
              <a:rPr lang="en-US" sz="19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r>
              <a:rPr lang="en-US" sz="1625" baseline="-40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</a:t>
            </a:r>
            <a:r>
              <a:rPr lang="en-US" sz="19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μ(s</a:t>
            </a:r>
            <a:r>
              <a:rPr lang="en-US" sz="1625" baseline="-40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r>
              <a:rPr lang="en-US" sz="19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|θ</a:t>
            </a:r>
            <a:r>
              <a:rPr lang="en-US" sz="1625" baseline="30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 </a:t>
            </a:r>
            <a:r>
              <a:rPr lang="en-US" sz="195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), sem ruído: puramente determinístico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496036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 · FUNDAMENTAÇÃO TEÓRICA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Critic: definição e valor-alvo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64105"/>
            <a:ext cx="7805833" cy="1622298"/>
          </a:xfrm>
          <a:prstGeom prst="roundRect">
            <a:avLst>
              <a:gd name="adj" fmla="val 2349"/>
            </a:avLst>
          </a:prstGeom>
          <a:ln w="6096">
            <a:solidFill>
              <a:srgbClr val="1D5A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2579751"/>
            <a:ext cx="7986265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1D5AA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FUNÇÃO VALOR-AÇÃO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5296" y="2948559"/>
            <a:ext cx="7986265" cy="462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Q(s, a | θ</a:t>
            </a:r>
            <a:r>
              <a:rPr lang="en-US" sz="1875" b="1" baseline="30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</a:t>
            </a: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)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estima o retorno esperado a partir dali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25296" y="3448812"/>
            <a:ext cx="7986265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Avalia; não escolhe ações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" y="4176903"/>
            <a:ext cx="7805833" cy="869442"/>
          </a:xfrm>
          <a:prstGeom prst="roundRect">
            <a:avLst>
              <a:gd name="adj" fmla="val 4382"/>
            </a:avLst>
          </a:prstGeom>
          <a:solidFill>
            <a:srgbClr val="FDFAF5"/>
          </a:solidFill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4392549"/>
            <a:ext cx="798626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572"/>
              </a:lnSpc>
              <a:buNone/>
            </a:pPr>
            <a:r>
              <a:rPr lang="en-US" sz="300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“Quão boa é esta ação neste estado?”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52500" y="5236845"/>
            <a:ext cx="7805833" cy="2106835"/>
          </a:xfrm>
          <a:prstGeom prst="roundRect">
            <a:avLst>
              <a:gd name="adj" fmla="val 1808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5452491"/>
            <a:ext cx="7986265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VALOR-ALVO (BELLMAN)</a:t>
            </a:r>
            <a:endParaRPr lang="en-US" sz="1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5840349"/>
            <a:ext cx="7260241" cy="89525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25296" y="6830853"/>
            <a:ext cx="798626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 = 1 se o episódio terminou → y = r, sem bootstrap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9332" y="2364105"/>
            <a:ext cx="8196072" cy="382476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9139332" y="6398419"/>
            <a:ext cx="8196072" cy="1359027"/>
          </a:xfrm>
          <a:prstGeom prst="roundRect">
            <a:avLst>
              <a:gd name="adj" fmla="val 2803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340272" y="6733604"/>
            <a:ext cx="3626053" cy="72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DQN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max</a:t>
            </a:r>
            <a:r>
              <a:rPr lang="en-US" sz="1625" baseline="-40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a′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Q(s′,a′)</a:t>
            </a:r>
            <a:endParaRPr lang="en-US" sz="1950" dirty="0"/>
          </a:p>
        </p:txBody>
      </p:sp>
      <p:sp>
        <p:nvSpPr>
          <p:cNvPr id="19" name="Text 15"/>
          <p:cNvSpPr/>
          <p:nvPr/>
        </p:nvSpPr>
        <p:spPr>
          <a:xfrm>
            <a:off x="13084969" y="6882860"/>
            <a:ext cx="381000" cy="428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13508412" y="6595015"/>
            <a:ext cx="3626053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DDPG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μ′(s′) — o máximo é intratável no contínuo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496036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 · FUNDAMENTAÇÃO TEÓRICA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Critic: perda MSBE e atualização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64105"/>
            <a:ext cx="8048625" cy="2177034"/>
          </a:xfrm>
          <a:prstGeom prst="roundRect">
            <a:avLst>
              <a:gd name="adj" fmla="val 1750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2579751"/>
            <a:ext cx="8253336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REGRESSÃO SUPERVISIONADA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5296" y="2948559"/>
            <a:ext cx="8253336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Minimizar o erro de Bellman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quadrático médio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3346704"/>
            <a:ext cx="7503033" cy="97878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2500" y="4731639"/>
            <a:ext cx="8048625" cy="2190559"/>
          </a:xfrm>
          <a:prstGeom prst="roundRect">
            <a:avLst>
              <a:gd name="adj" fmla="val 1739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296" y="4947285"/>
            <a:ext cx="8253336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VERSÃO MINIBATCH — O QUE O CÓDIGO FAZ</a:t>
            </a:r>
            <a:endParaRPr lang="en-US" sz="1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5316093"/>
            <a:ext cx="7503033" cy="139045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286875" y="2364105"/>
            <a:ext cx="8048625" cy="1809845"/>
          </a:xfrm>
          <a:prstGeom prst="roundRect">
            <a:avLst>
              <a:gd name="adj" fmla="val 2105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559671" y="2579751"/>
            <a:ext cx="8253336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DESCIDA DE GRADIENTE</a:t>
            </a:r>
            <a:endParaRPr lang="en-US" sz="18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9671" y="2948559"/>
            <a:ext cx="7503033" cy="10097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286875" y="4364450"/>
            <a:ext cx="8048625" cy="1823275"/>
          </a:xfrm>
          <a:prstGeom prst="roundRect">
            <a:avLst>
              <a:gd name="adj" fmla="val 2090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559671" y="4580096"/>
            <a:ext cx="8253336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REDE-ALVO — POLYAK AVERAGING</a:t>
            </a:r>
            <a:endParaRPr lang="en-US" sz="18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9671" y="4948904"/>
            <a:ext cx="7503033" cy="102317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286875" y="6378226"/>
            <a:ext cx="24384" cy="857250"/>
          </a:xfrm>
          <a:prstGeom prst="rect">
            <a:avLst/>
          </a:prstGeom>
          <a:solidFill>
            <a:srgbClr val="B68235"/>
          </a:solidFill>
          <a:ln/>
        </p:spPr>
      </p:sp>
      <p:sp>
        <p:nvSpPr>
          <p:cNvPr id="20" name="Text 14"/>
          <p:cNvSpPr/>
          <p:nvPr/>
        </p:nvSpPr>
        <p:spPr>
          <a:xfrm>
            <a:off x="9539859" y="6435376"/>
            <a:ext cx="80295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 a rede-alvo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y mudaria a cada passo — o Critic perseguiria um alvo móvel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496036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 · FUNDAMENTAÇÃO TEÓRICA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 ciclo Actor ↔ Critic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7358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230755"/>
            <a:ext cx="16383000" cy="495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2500" y="7431405"/>
            <a:ext cx="5321236" cy="1044892"/>
          </a:xfrm>
          <a:prstGeom prst="roundRect">
            <a:avLst>
              <a:gd name="adj" fmla="val 3646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7196" y="7608951"/>
            <a:ext cx="4997400" cy="727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Treino do Actor —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θ</a:t>
            </a:r>
            <a:r>
              <a:rPr lang="en-US" sz="1625" baseline="30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fixo; o gradiente apenas atravessa o Critic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6483286" y="7431405"/>
            <a:ext cx="5321332" cy="1044892"/>
          </a:xfrm>
          <a:prstGeom prst="roundRect">
            <a:avLst>
              <a:gd name="adj" fmla="val 3646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17982" y="7608951"/>
            <a:ext cx="4997498" cy="727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Treino do Critic —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θ</a:t>
            </a:r>
            <a:r>
              <a:rPr lang="en-US" sz="1625" baseline="30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μ′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fixo; o Actor-alvo só fornece a′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2014168" y="7431405"/>
            <a:ext cx="5321332" cy="1044892"/>
          </a:xfrm>
          <a:prstGeom prst="roundRect">
            <a:avLst>
              <a:gd name="adj" fmla="val 3646"/>
            </a:avLst>
          </a:prstGeom>
          <a:solidFill>
            <a:srgbClr val="FDFAF5"/>
          </a:solidFill>
          <a:ln w="6096">
            <a:solidFill>
              <a:srgbClr val="B682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48864" y="7608951"/>
            <a:ext cx="4997498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 produção —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quem atua é sempre o Actor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496036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 · FUNDAMENTAÇÃO TEÓRICA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Replay Buffer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412873"/>
            <a:ext cx="16383000" cy="23812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2500" y="5107305"/>
            <a:ext cx="8077200" cy="1424940"/>
          </a:xfrm>
          <a:prstGeom prst="roundRect">
            <a:avLst>
              <a:gd name="adj" fmla="val 2674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06246" y="5322951"/>
            <a:ext cx="832667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 QUÊ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06246" y="5672709"/>
            <a:ext cx="7796799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SGD assume amostras i.i.d.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mas transições consecutivas são fortemente correlacionadas no tempo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9258300" y="5107305"/>
            <a:ext cx="8077200" cy="1424940"/>
          </a:xfrm>
          <a:prstGeom prst="roundRect">
            <a:avLst>
              <a:gd name="adj" fmla="val 2674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12046" y="5322951"/>
            <a:ext cx="832667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EFEITO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512046" y="5672709"/>
            <a:ext cx="7796799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Amostrar ao acaso quebra a correlação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 aproxima a condição i.i.d.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952500" y="6760845"/>
            <a:ext cx="8077200" cy="1424940"/>
          </a:xfrm>
          <a:prstGeom prst="roundRect">
            <a:avLst>
              <a:gd name="adj" fmla="val 2674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6246" y="6976491"/>
            <a:ext cx="832667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EFICIÊNCIA DE AMOSTRA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06246" y="7326249"/>
            <a:ext cx="7796799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Cada transição é reutilizada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 vários updates — não descartada após um uso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9258300" y="6760845"/>
            <a:ext cx="8077200" cy="1424940"/>
          </a:xfrm>
          <a:prstGeom prst="roundRect">
            <a:avLst>
              <a:gd name="adj" fmla="val 2674"/>
            </a:avLst>
          </a:prstGeom>
          <a:solidFill>
            <a:srgbClr val="FDFAF5"/>
          </a:solidFill>
          <a:ln w="6096">
            <a:solidFill>
              <a:srgbClr val="B682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12046" y="6976491"/>
            <a:ext cx="832667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CARÁTER OFF-POLICY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512046" y="7326249"/>
            <a:ext cx="7796799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 transições vêm de políticas passadas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aprender com elas só é possível off-policy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952500" y="8547735"/>
            <a:ext cx="18021300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Extensão posterior: Prioritized Experience Replay — amostra por erro TD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496036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 · FUNDAMENTAÇÃO TEÓRICA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Target Networks: o problema do alvo móvel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64105"/>
            <a:ext cx="8176546" cy="2558891"/>
          </a:xfrm>
          <a:prstGeom prst="roundRect">
            <a:avLst>
              <a:gd name="adj" fmla="val 1489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2579751"/>
            <a:ext cx="8394049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ALVO DEPENDE DOS PRÓPRIOS PESOS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2967609"/>
            <a:ext cx="7630953" cy="10006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4063460"/>
            <a:ext cx="7859882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Mesma rede prevê e define o alvo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cada passo de gradiente move o alvo: oscilação e, no limite, divergência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952500" y="5113496"/>
            <a:ext cx="8176546" cy="1543050"/>
          </a:xfrm>
          <a:prstGeom prst="roundRect">
            <a:avLst>
              <a:gd name="adj" fmla="val 2469"/>
            </a:avLst>
          </a:prstGeom>
          <a:solidFill>
            <a:srgbClr val="FDFAF5"/>
          </a:solidFill>
          <a:ln w="6096">
            <a:solidFill>
              <a:srgbClr val="B682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296" y="5329142"/>
            <a:ext cx="8394049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SOLUÇÃO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25296" y="5697950"/>
            <a:ext cx="785988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Uma cópia defasada dos parâmetros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usada apenas para calcular y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952500" y="6847046"/>
            <a:ext cx="24384" cy="758190"/>
          </a:xfrm>
          <a:prstGeom prst="rect">
            <a:avLst/>
          </a:prstGeom>
          <a:solidFill>
            <a:srgbClr val="B68235"/>
          </a:solidFill>
          <a:ln/>
        </p:spPr>
      </p:sp>
      <p:sp>
        <p:nvSpPr>
          <p:cNvPr id="14" name="Text 11"/>
          <p:cNvSpPr/>
          <p:nvPr/>
        </p:nvSpPr>
        <p:spPr>
          <a:xfrm>
            <a:off x="1205484" y="6904196"/>
            <a:ext cx="8161269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Rigor —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 redes-alvo não eliminam a triad: tornam o treino empiricamente estável apesar dela. Não há garantia de convergência</a:t>
            </a:r>
            <a:endParaRPr lang="en-US" sz="19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8146" y="2364105"/>
            <a:ext cx="7787354" cy="40005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431335" y="6497955"/>
            <a:ext cx="8020975" cy="623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DDPG tem os três simultaneamente: rede neural + alvo bootstrapado + replay buffer (Sutton &amp; Barto)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496036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 · FUNDAMENTAÇÃO TEÓRICA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Hard update (DQN) vs soft update (DDPG)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882265"/>
            <a:ext cx="2115883" cy="9525"/>
          </a:xfrm>
          <a:prstGeom prst="rect">
            <a:avLst/>
          </a:prstGeom>
          <a:solidFill>
            <a:srgbClr val="201F1D"/>
          </a:solidFill>
          <a:ln/>
        </p:spPr>
      </p:sp>
      <p:sp>
        <p:nvSpPr>
          <p:cNvPr id="7" name="Shape 5"/>
          <p:cNvSpPr/>
          <p:nvPr/>
        </p:nvSpPr>
        <p:spPr>
          <a:xfrm>
            <a:off x="3068383" y="2882265"/>
            <a:ext cx="3055620" cy="9525"/>
          </a:xfrm>
          <a:prstGeom prst="rect">
            <a:avLst/>
          </a:prstGeom>
          <a:solidFill>
            <a:srgbClr val="201F1D"/>
          </a:solidFill>
          <a:ln/>
        </p:spPr>
      </p:sp>
      <p:sp>
        <p:nvSpPr>
          <p:cNvPr id="8" name="Text 6"/>
          <p:cNvSpPr/>
          <p:nvPr/>
        </p:nvSpPr>
        <p:spPr>
          <a:xfrm>
            <a:off x="3220783" y="2478405"/>
            <a:ext cx="284248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D5AA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DQN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24004" y="2882265"/>
            <a:ext cx="3718465" cy="9525"/>
          </a:xfrm>
          <a:prstGeom prst="rect">
            <a:avLst/>
          </a:prstGeom>
          <a:solidFill>
            <a:srgbClr val="201F1D"/>
          </a:solidFill>
          <a:ln/>
        </p:spPr>
      </p:sp>
      <p:sp>
        <p:nvSpPr>
          <p:cNvPr id="10" name="Text 8"/>
          <p:cNvSpPr/>
          <p:nvPr/>
        </p:nvSpPr>
        <p:spPr>
          <a:xfrm>
            <a:off x="6276404" y="2478405"/>
            <a:ext cx="352521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DDPG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3510153"/>
            <a:ext cx="2115883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" y="3040761"/>
            <a:ext cx="1887283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Atualização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3068383" y="3510153"/>
            <a:ext cx="305562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20783" y="3040761"/>
            <a:ext cx="2842488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Hard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cópia periódica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124004" y="3510153"/>
            <a:ext cx="3718465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76404" y="3040761"/>
            <a:ext cx="3525219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Soft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Polyak, contínua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2500" y="4138041"/>
            <a:ext cx="2115883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" y="3668649"/>
            <a:ext cx="1887283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Regra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3068383" y="4138041"/>
            <a:ext cx="305562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220783" y="3668649"/>
            <a:ext cx="2842488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θ′ ← θ, a cada C passos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6124004" y="4138041"/>
            <a:ext cx="3718465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76404" y="3668649"/>
            <a:ext cx="3525219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θ′ ← τθ + (1−τ)θ′, a cada passo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4765929"/>
            <a:ext cx="2115883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04900" y="4296537"/>
            <a:ext cx="1887283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Espaço de ação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3068383" y="4765929"/>
            <a:ext cx="305562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220783" y="4296537"/>
            <a:ext cx="2842488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Discreto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6124004" y="4765929"/>
            <a:ext cx="3718465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76404" y="4296537"/>
            <a:ext cx="3525219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Contínuo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2500" y="5437251"/>
            <a:ext cx="2115883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104900" y="4924425"/>
            <a:ext cx="1887283" cy="39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alvo sustenta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3068383" y="5437251"/>
            <a:ext cx="305562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220783" y="4924425"/>
            <a:ext cx="2842488" cy="39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max</a:t>
            </a:r>
            <a:r>
              <a:rPr lang="en-US" sz="1625" baseline="-40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 — um </a:t>
            </a: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valor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6124004" y="5437251"/>
            <a:ext cx="3718465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276404" y="4924425"/>
            <a:ext cx="3525219" cy="39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∇</a:t>
            </a:r>
            <a:r>
              <a:rPr lang="en-US" sz="1625" baseline="-40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 — um </a:t>
            </a: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gradiente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04900" y="5595747"/>
            <a:ext cx="18872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Salto abrupto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3220783" y="5595747"/>
            <a:ext cx="284248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Tolerável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6276404" y="5595747"/>
            <a:ext cx="352521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Crítico</a:t>
            </a:r>
            <a:endParaRPr lang="en-US" sz="195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3468" y="2364105"/>
            <a:ext cx="7111936" cy="3259550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10223468" y="5795105"/>
            <a:ext cx="7111936" cy="1081754"/>
          </a:xfrm>
          <a:prstGeom prst="roundRect">
            <a:avLst>
              <a:gd name="adj" fmla="val 3522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477214" y="5991701"/>
            <a:ext cx="6802578" cy="72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 que soft —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Actor depende de ∇</a:t>
            </a:r>
            <a:r>
              <a:rPr lang="en-US" sz="1625" baseline="-40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Q, não só do valor: um salto abrupto no alvo desestabiliza o gradiente</a:t>
            </a:r>
            <a:endParaRPr lang="en-US" sz="1950" dirty="0"/>
          </a:p>
        </p:txBody>
      </p:sp>
      <p:sp>
        <p:nvSpPr>
          <p:cNvPr id="41" name="Shape 38"/>
          <p:cNvSpPr/>
          <p:nvPr/>
        </p:nvSpPr>
        <p:spPr>
          <a:xfrm>
            <a:off x="10223468" y="7048309"/>
            <a:ext cx="7111936" cy="1359027"/>
          </a:xfrm>
          <a:prstGeom prst="roundRect">
            <a:avLst>
              <a:gd name="adj" fmla="val 2803"/>
            </a:avLst>
          </a:prstGeom>
          <a:solidFill>
            <a:srgbClr val="FDFAF5"/>
          </a:solidFill>
          <a:ln w="6096">
            <a:solidFill>
              <a:srgbClr val="B682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477214" y="7244905"/>
            <a:ext cx="6802578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19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Trade-off de τ — </a:t>
            </a: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muito pequeno: alvo estável, aprendizado lento; muito grande: o desacoplamento deixa de existir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271325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 · RESULTADOS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 err="1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Algoritmo</a:t>
            </a: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do </a:t>
            </a:r>
            <a:r>
              <a:rPr lang="en-US" sz="4650" dirty="0" err="1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pêndulo</a:t>
            </a: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</a:t>
            </a:r>
            <a:r>
              <a:rPr lang="en-US" sz="4650" dirty="0" err="1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invertido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53491" y="2092191"/>
            <a:ext cx="4114800" cy="620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b="1" kern="0" spc="180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REDE NEURAL DO ATOR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682876" y="3788472"/>
            <a:ext cx="2174142" cy="620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kern="0" spc="180" dirty="0">
                <a:solidFill>
                  <a:srgbClr val="1D5AA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ENTRADA</a:t>
            </a:r>
            <a:endParaRPr lang="en-US" sz="1800" dirty="0"/>
          </a:p>
        </p:txBody>
      </p:sp>
      <p:sp>
        <p:nvSpPr>
          <p:cNvPr id="105" name="Shape 103"/>
          <p:cNvSpPr/>
          <p:nvPr/>
        </p:nvSpPr>
        <p:spPr>
          <a:xfrm>
            <a:off x="11195495" y="4504182"/>
            <a:ext cx="6140005" cy="1482090"/>
          </a:xfrm>
          <a:prstGeom prst="roundRect">
            <a:avLst>
              <a:gd name="adj" fmla="val 2571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1468291" y="4685442"/>
            <a:ext cx="6153854" cy="4512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252" dirty="0">
                <a:solidFill>
                  <a:schemeClr val="accent5">
                    <a:lumMod val="50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SAIDAS</a:t>
            </a:r>
            <a:endParaRPr lang="en-US" sz="1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11468291" y="5107686"/>
            <a:ext cx="6153854" cy="1162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000" b="1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Acão</a:t>
            </a:r>
            <a:r>
              <a:rPr lang="en-US" sz="200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b="1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contínua</a:t>
            </a:r>
            <a:r>
              <a:rPr lang="en-US" sz="200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</a:t>
            </a:r>
            <a:r>
              <a:rPr lang="pt-BR" sz="2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Camada </a:t>
            </a:r>
            <a:r>
              <a:rPr lang="pt-BR" sz="200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Dense</a:t>
            </a:r>
            <a:r>
              <a:rPr lang="pt-BR" sz="2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1 neurônio com ativação </a:t>
            </a:r>
            <a:r>
              <a:rPr lang="pt-BR" sz="200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tanh</a:t>
            </a:r>
            <a:r>
              <a:rPr lang="pt-BR" sz="2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escalada pelo torque máximo (</a:t>
            </a:r>
            <a:r>
              <a:rPr lang="pt-BR" sz="2400" dirty="0"/>
              <a:t>±</a:t>
            </a:r>
            <a:r>
              <a:rPr lang="pt-BR" sz="2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2.0).</a:t>
            </a:r>
            <a:endParaRPr lang="en-US" sz="2000" dirty="0"/>
          </a:p>
        </p:txBody>
      </p:sp>
      <p:sp>
        <p:nvSpPr>
          <p:cNvPr id="108" name="Shape 106"/>
          <p:cNvSpPr/>
          <p:nvPr/>
        </p:nvSpPr>
        <p:spPr>
          <a:xfrm>
            <a:off x="11195495" y="6195822"/>
            <a:ext cx="6140005" cy="1804035"/>
          </a:xfrm>
          <a:prstGeom prst="roundRect">
            <a:avLst>
              <a:gd name="adj" fmla="val 2112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1468291" y="6430518"/>
            <a:ext cx="6153854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D5AA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ACTIVAÇOES</a:t>
            </a:r>
            <a:endParaRPr lang="en-US" sz="1800" b="1" dirty="0"/>
          </a:p>
        </p:txBody>
      </p:sp>
      <p:sp>
        <p:nvSpPr>
          <p:cNvPr id="110" name="Text 108"/>
          <p:cNvSpPr/>
          <p:nvPr/>
        </p:nvSpPr>
        <p:spPr>
          <a:xfrm>
            <a:off x="11468291" y="6799326"/>
            <a:ext cx="5762246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pt-BR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Funções </a:t>
            </a:r>
            <a:r>
              <a:rPr lang="pt-BR" sz="195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relu</a:t>
            </a:r>
            <a:r>
              <a:rPr lang="pt-BR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para camadas ocultas e </a:t>
            </a:r>
            <a:r>
              <a:rPr lang="pt-BR" sz="195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tanh</a:t>
            </a:r>
            <a:r>
              <a:rPr lang="pt-BR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para a</a:t>
            </a:r>
          </a:p>
          <a:p>
            <a:pPr marL="0" indent="0" algn="l">
              <a:lnSpc>
                <a:spcPct val="101563"/>
              </a:lnSpc>
              <a:buNone/>
            </a:pPr>
            <a:r>
              <a:rPr lang="pt-BR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camada de saída</a:t>
            </a:r>
            <a:endParaRPr lang="en-US" sz="1950" dirty="0"/>
          </a:p>
        </p:txBody>
      </p:sp>
      <p:pic>
        <p:nvPicPr>
          <p:cNvPr id="111" name="Imagem 110">
            <a:extLst>
              <a:ext uri="{FF2B5EF4-FFF2-40B4-BE49-F238E27FC236}">
                <a16:creationId xmlns:a16="http://schemas.microsoft.com/office/drawing/2014/main" id="{943AE64B-3B4A-E3BC-FB35-73D601458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95" y="3151770"/>
            <a:ext cx="10376375" cy="4639645"/>
          </a:xfrm>
          <a:prstGeom prst="rect">
            <a:avLst/>
          </a:prstGeom>
        </p:spPr>
      </p:pic>
      <p:sp>
        <p:nvSpPr>
          <p:cNvPr id="114" name="Text 105">
            <a:extLst>
              <a:ext uri="{FF2B5EF4-FFF2-40B4-BE49-F238E27FC236}">
                <a16:creationId xmlns:a16="http://schemas.microsoft.com/office/drawing/2014/main" id="{59E64D53-27D5-62D8-1116-66FE88983B6A}"/>
              </a:ext>
            </a:extLst>
          </p:cNvPr>
          <p:cNvSpPr/>
          <p:nvPr/>
        </p:nvSpPr>
        <p:spPr>
          <a:xfrm>
            <a:off x="12991268" y="3912822"/>
            <a:ext cx="5683804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00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Estado do </a:t>
            </a:r>
            <a:r>
              <a:rPr lang="en-US" sz="2000" b="1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ambiente</a:t>
            </a:r>
            <a:r>
              <a:rPr lang="en-US" sz="200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endParaRPr lang="en-US" sz="2000" dirty="0"/>
          </a:p>
        </p:txBody>
      </p:sp>
      <p:sp>
        <p:nvSpPr>
          <p:cNvPr id="115" name="Shape 10">
            <a:extLst>
              <a:ext uri="{FF2B5EF4-FFF2-40B4-BE49-F238E27FC236}">
                <a16:creationId xmlns:a16="http://schemas.microsoft.com/office/drawing/2014/main" id="{80809D74-B521-3C9C-FA2F-A73A314426D0}"/>
              </a:ext>
            </a:extLst>
          </p:cNvPr>
          <p:cNvSpPr/>
          <p:nvPr/>
        </p:nvSpPr>
        <p:spPr>
          <a:xfrm>
            <a:off x="1239546" y="7976980"/>
            <a:ext cx="16095954" cy="1619250"/>
          </a:xfrm>
          <a:prstGeom prst="roundRect">
            <a:avLst>
              <a:gd name="adj" fmla="val 2353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16" name="Text 11">
            <a:extLst>
              <a:ext uri="{FF2B5EF4-FFF2-40B4-BE49-F238E27FC236}">
                <a16:creationId xmlns:a16="http://schemas.microsoft.com/office/drawing/2014/main" id="{B5EC159A-7F1D-D4B5-8AD5-D09828041B09}"/>
              </a:ext>
            </a:extLst>
          </p:cNvPr>
          <p:cNvSpPr/>
          <p:nvPr/>
        </p:nvSpPr>
        <p:spPr>
          <a:xfrm>
            <a:off x="1531392" y="8230726"/>
            <a:ext cx="1061222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ACTOR</a:t>
            </a:r>
            <a:endParaRPr lang="en-US" sz="1800" dirty="0"/>
          </a:p>
        </p:txBody>
      </p:sp>
      <p:sp>
        <p:nvSpPr>
          <p:cNvPr id="117" name="Text 12">
            <a:extLst>
              <a:ext uri="{FF2B5EF4-FFF2-40B4-BE49-F238E27FC236}">
                <a16:creationId xmlns:a16="http://schemas.microsoft.com/office/drawing/2014/main" id="{02F08D1D-46F0-20E7-F0AC-2F8A42A588D6}"/>
              </a:ext>
            </a:extLst>
          </p:cNvPr>
          <p:cNvSpPr/>
          <p:nvPr/>
        </p:nvSpPr>
        <p:spPr>
          <a:xfrm>
            <a:off x="1531391" y="8592744"/>
            <a:ext cx="15301882" cy="961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pt-BR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Recebe o estado e devolve uma ação (política determinística), por isso usa </a:t>
            </a:r>
            <a:r>
              <a:rPr lang="pt-BR" sz="225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tanh</a:t>
            </a:r>
            <a:r>
              <a:rPr lang="pt-BR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(limita entre -1 e 1) e depois escala pelo </a:t>
            </a:r>
            <a:r>
              <a:rPr lang="pt-BR" sz="225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upper_bound</a:t>
            </a:r>
            <a:r>
              <a:rPr lang="pt-BR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(o torque máximo do pêndulo).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271325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 · RESULTADOS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 err="1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Arquitetura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847537" y="1771683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228799" y="1855158"/>
            <a:ext cx="4644545" cy="620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b="1" kern="0" spc="180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REDE NEURAL DO CRÍTICO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564952" y="3306934"/>
            <a:ext cx="2174142" cy="620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kern="0" spc="180" dirty="0">
                <a:solidFill>
                  <a:srgbClr val="1D5AA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ENTRADA</a:t>
            </a:r>
            <a:endParaRPr lang="en-US" sz="1800" dirty="0"/>
          </a:p>
        </p:txBody>
      </p:sp>
      <p:sp>
        <p:nvSpPr>
          <p:cNvPr id="105" name="Shape 103"/>
          <p:cNvSpPr/>
          <p:nvPr/>
        </p:nvSpPr>
        <p:spPr>
          <a:xfrm>
            <a:off x="10077571" y="4022644"/>
            <a:ext cx="6140005" cy="1482090"/>
          </a:xfrm>
          <a:prstGeom prst="roundRect">
            <a:avLst>
              <a:gd name="adj" fmla="val 2571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0350367" y="4203904"/>
            <a:ext cx="6153854" cy="4512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252" dirty="0">
                <a:solidFill>
                  <a:schemeClr val="accent5">
                    <a:lumMod val="50000"/>
                  </a:scheme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SAIDAS</a:t>
            </a:r>
            <a:endParaRPr lang="en-US" sz="1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10350367" y="4626148"/>
            <a:ext cx="6153854" cy="1162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pt-BR" sz="200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Valor escalar Q(s, a)</a:t>
            </a:r>
            <a:r>
              <a:rPr lang="en-US" sz="200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</a:t>
            </a:r>
            <a:r>
              <a:rPr lang="pt-BR" sz="2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que avalia a qualidade da</a:t>
            </a:r>
          </a:p>
          <a:p>
            <a:pPr marL="0" indent="0" algn="l">
              <a:lnSpc>
                <a:spcPct val="101563"/>
              </a:lnSpc>
              <a:buNone/>
            </a:pPr>
            <a:r>
              <a:rPr lang="pt-BR" sz="2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ação dada o estado</a:t>
            </a:r>
            <a:endParaRPr lang="en-US" sz="2000" dirty="0"/>
          </a:p>
        </p:txBody>
      </p:sp>
      <p:sp>
        <p:nvSpPr>
          <p:cNvPr id="108" name="Shape 106"/>
          <p:cNvSpPr/>
          <p:nvPr/>
        </p:nvSpPr>
        <p:spPr>
          <a:xfrm>
            <a:off x="10077571" y="5714284"/>
            <a:ext cx="6140005" cy="1804035"/>
          </a:xfrm>
          <a:prstGeom prst="roundRect">
            <a:avLst>
              <a:gd name="adj" fmla="val 2112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350367" y="5948980"/>
            <a:ext cx="6153854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D5AA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ACTIVAÇOES</a:t>
            </a:r>
            <a:endParaRPr lang="en-US" sz="1800" b="1" dirty="0"/>
          </a:p>
        </p:txBody>
      </p:sp>
      <p:sp>
        <p:nvSpPr>
          <p:cNvPr id="110" name="Text 108"/>
          <p:cNvSpPr/>
          <p:nvPr/>
        </p:nvSpPr>
        <p:spPr>
          <a:xfrm>
            <a:off x="10350367" y="6317788"/>
            <a:ext cx="5762246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pt-BR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Funções </a:t>
            </a:r>
            <a:r>
              <a:rPr lang="pt-BR" sz="195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relu</a:t>
            </a:r>
            <a:r>
              <a:rPr lang="pt-BR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para todas as camadas ocultas</a:t>
            </a:r>
            <a:endParaRPr lang="en-US" sz="1950" dirty="0"/>
          </a:p>
        </p:txBody>
      </p:sp>
      <p:sp>
        <p:nvSpPr>
          <p:cNvPr id="114" name="Text 105">
            <a:extLst>
              <a:ext uri="{FF2B5EF4-FFF2-40B4-BE49-F238E27FC236}">
                <a16:creationId xmlns:a16="http://schemas.microsoft.com/office/drawing/2014/main" id="{59E64D53-27D5-62D8-1116-66FE88983B6A}"/>
              </a:ext>
            </a:extLst>
          </p:cNvPr>
          <p:cNvSpPr/>
          <p:nvPr/>
        </p:nvSpPr>
        <p:spPr>
          <a:xfrm>
            <a:off x="11873344" y="3431284"/>
            <a:ext cx="5683804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00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Recebe</a:t>
            </a:r>
            <a:r>
              <a:rPr lang="en-US" sz="200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</a:t>
            </a:r>
            <a:r>
              <a:rPr lang="en-US" sz="200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Estado </a:t>
            </a:r>
            <a:r>
              <a:rPr lang="en-US" sz="2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</a:t>
            </a:r>
            <a:r>
              <a:rPr lang="en-US" sz="200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</a:t>
            </a:r>
            <a:r>
              <a:rPr lang="en-US" sz="200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b="1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Ação</a:t>
            </a:r>
            <a:r>
              <a:rPr lang="en-US" sz="200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separadamente</a:t>
            </a:r>
            <a:r>
              <a:rPr lang="en-US" sz="200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endParaRPr lang="en-US" sz="2000" dirty="0"/>
          </a:p>
        </p:txBody>
      </p:sp>
      <p:sp>
        <p:nvSpPr>
          <p:cNvPr id="115" name="Shape 10">
            <a:extLst>
              <a:ext uri="{FF2B5EF4-FFF2-40B4-BE49-F238E27FC236}">
                <a16:creationId xmlns:a16="http://schemas.microsoft.com/office/drawing/2014/main" id="{80809D74-B521-3C9C-FA2F-A73A314426D0}"/>
              </a:ext>
            </a:extLst>
          </p:cNvPr>
          <p:cNvSpPr/>
          <p:nvPr/>
        </p:nvSpPr>
        <p:spPr>
          <a:xfrm>
            <a:off x="1134583" y="8598528"/>
            <a:ext cx="16095954" cy="1619250"/>
          </a:xfrm>
          <a:prstGeom prst="roundRect">
            <a:avLst>
              <a:gd name="adj" fmla="val 2353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16" name="Text 11">
            <a:extLst>
              <a:ext uri="{FF2B5EF4-FFF2-40B4-BE49-F238E27FC236}">
                <a16:creationId xmlns:a16="http://schemas.microsoft.com/office/drawing/2014/main" id="{B5EC159A-7F1D-D4B5-8AD5-D09828041B09}"/>
              </a:ext>
            </a:extLst>
          </p:cNvPr>
          <p:cNvSpPr/>
          <p:nvPr/>
        </p:nvSpPr>
        <p:spPr>
          <a:xfrm>
            <a:off x="1426429" y="8852274"/>
            <a:ext cx="1061222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CRITIC</a:t>
            </a:r>
            <a:endParaRPr lang="en-US" sz="1800" dirty="0"/>
          </a:p>
        </p:txBody>
      </p:sp>
      <p:sp>
        <p:nvSpPr>
          <p:cNvPr id="117" name="Text 12">
            <a:extLst>
              <a:ext uri="{FF2B5EF4-FFF2-40B4-BE49-F238E27FC236}">
                <a16:creationId xmlns:a16="http://schemas.microsoft.com/office/drawing/2014/main" id="{02F08D1D-46F0-20E7-F0AC-2F8A42A588D6}"/>
              </a:ext>
            </a:extLst>
          </p:cNvPr>
          <p:cNvSpPr/>
          <p:nvPr/>
        </p:nvSpPr>
        <p:spPr>
          <a:xfrm>
            <a:off x="1426428" y="9214292"/>
            <a:ext cx="15301882" cy="961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pt-BR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Recebe estado e ação, são concatenados , e devolve um único número Q(</a:t>
            </a:r>
            <a:r>
              <a:rPr lang="pt-BR" sz="225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s,a</a:t>
            </a:r>
            <a:r>
              <a:rPr lang="pt-BR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), "quão boa é essa ação nesse estado”</a:t>
            </a:r>
            <a:endParaRPr lang="en-US" sz="225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E756AF-D8EA-9696-E6DE-CDE1E9B08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264" y="2396972"/>
            <a:ext cx="8093659" cy="591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84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271325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 · RESULTADOS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 err="1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Treinamento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847537" y="1771683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107" name="Text 105"/>
          <p:cNvSpPr/>
          <p:nvPr/>
        </p:nvSpPr>
        <p:spPr>
          <a:xfrm>
            <a:off x="10378652" y="4586655"/>
            <a:ext cx="7188912" cy="1627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pt-BR" sz="240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Critic</a:t>
            </a:r>
            <a:r>
              <a:rPr lang="pt-BR" sz="24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aprende por erro de diferença temporal (equação de </a:t>
            </a:r>
            <a:r>
              <a:rPr lang="pt-BR" sz="240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Bellman</a:t>
            </a:r>
            <a:r>
              <a:rPr lang="pt-BR" sz="24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): o alvo </a:t>
            </a:r>
            <a:r>
              <a:rPr lang="pt-BR" sz="2400" i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</a:t>
            </a:r>
            <a:r>
              <a:rPr lang="pt-BR" sz="24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usa as redes-alvo, que são atualizadas devagar (tau = 0.005) para estabilizar o treino.</a:t>
            </a:r>
            <a:endParaRPr lang="en-US" sz="2400" dirty="0"/>
          </a:p>
        </p:txBody>
      </p:sp>
      <p:sp>
        <p:nvSpPr>
          <p:cNvPr id="117" name="Text 12">
            <a:extLst>
              <a:ext uri="{FF2B5EF4-FFF2-40B4-BE49-F238E27FC236}">
                <a16:creationId xmlns:a16="http://schemas.microsoft.com/office/drawing/2014/main" id="{02F08D1D-46F0-20E7-F0AC-2F8A42A588D6}"/>
              </a:ext>
            </a:extLst>
          </p:cNvPr>
          <p:cNvSpPr/>
          <p:nvPr/>
        </p:nvSpPr>
        <p:spPr>
          <a:xfrm>
            <a:off x="1540195" y="7797007"/>
            <a:ext cx="15301882" cy="961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pt-BR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cada passo: agir com ruído (exploração), guardar no replay buffer, treinar com um </a:t>
            </a:r>
            <a:r>
              <a:rPr lang="pt-BR" sz="225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minibatch</a:t>
            </a:r>
            <a:r>
              <a:rPr lang="pt-BR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aleatório do buffer, e dar o "soft update" nas redes-alvo.</a:t>
            </a:r>
            <a:endParaRPr lang="en-US" sz="225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8466E4A-81C4-D788-91AA-DE55358F1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194" y="4696008"/>
            <a:ext cx="8296533" cy="120162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6D2CCC2-2A23-7035-BE8E-14A6B24C1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195" y="6474507"/>
            <a:ext cx="8296532" cy="1062366"/>
          </a:xfrm>
          <a:prstGeom prst="rect">
            <a:avLst/>
          </a:prstGeom>
        </p:spPr>
      </p:pic>
      <p:sp>
        <p:nvSpPr>
          <p:cNvPr id="14" name="Text 105">
            <a:extLst>
              <a:ext uri="{FF2B5EF4-FFF2-40B4-BE49-F238E27FC236}">
                <a16:creationId xmlns:a16="http://schemas.microsoft.com/office/drawing/2014/main" id="{7421D552-0B68-0B95-980A-C7D9FDD78135}"/>
              </a:ext>
            </a:extLst>
          </p:cNvPr>
          <p:cNvSpPr/>
          <p:nvPr/>
        </p:nvSpPr>
        <p:spPr>
          <a:xfrm>
            <a:off x="10357071" y="6404876"/>
            <a:ext cx="7188912" cy="12016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pt-BR" sz="240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Actor</a:t>
            </a:r>
            <a:r>
              <a:rPr lang="pt-BR" sz="24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aprende maximizando a nota dada pelo </a:t>
            </a:r>
            <a:r>
              <a:rPr lang="pt-BR" sz="240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Critic</a:t>
            </a:r>
            <a:r>
              <a:rPr lang="pt-BR" sz="24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por isso o sinal negativo na </a:t>
            </a:r>
            <a:r>
              <a:rPr lang="pt-BR" sz="2400" dirty="0" err="1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loss</a:t>
            </a:r>
            <a:r>
              <a:rPr lang="pt-BR" sz="240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(o otimizador minimiza).</a:t>
            </a:r>
            <a:endParaRPr lang="en-US" sz="24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71092ACB-2192-9818-9637-5F0954F9B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195" y="2791606"/>
            <a:ext cx="12314350" cy="133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87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271325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 · RESULTADOS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Curva de </a:t>
            </a:r>
            <a:r>
              <a:rPr lang="en-US" sz="4650" dirty="0" err="1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Recompensa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101" name="Text 99"/>
          <p:cNvSpPr/>
          <p:nvPr/>
        </p:nvSpPr>
        <p:spPr>
          <a:xfrm>
            <a:off x="1985921" y="8443549"/>
            <a:ext cx="5800333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pt-BR" sz="240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recompensa média por episódio em função do número de episódios</a:t>
            </a:r>
            <a:endParaRPr lang="en-US" sz="2400" dirty="0"/>
          </a:p>
        </p:txBody>
      </p:sp>
      <p:pic>
        <p:nvPicPr>
          <p:cNvPr id="111" name="Imagem 110">
            <a:extLst>
              <a:ext uri="{FF2B5EF4-FFF2-40B4-BE49-F238E27FC236}">
                <a16:creationId xmlns:a16="http://schemas.microsoft.com/office/drawing/2014/main" id="{7BDAEEB1-D09B-3010-44E4-AE398F5085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3"/>
          <a:stretch/>
        </p:blipFill>
        <p:spPr>
          <a:xfrm>
            <a:off x="952500" y="2173605"/>
            <a:ext cx="8130412" cy="5877930"/>
          </a:xfrm>
          <a:prstGeom prst="rect">
            <a:avLst/>
          </a:prstGeom>
        </p:spPr>
      </p:pic>
      <p:pic>
        <p:nvPicPr>
          <p:cNvPr id="113" name="Imagem 112">
            <a:extLst>
              <a:ext uri="{FF2B5EF4-FFF2-40B4-BE49-F238E27FC236}">
                <a16:creationId xmlns:a16="http://schemas.microsoft.com/office/drawing/2014/main" id="{3BBAF32C-EAE5-D6D3-9A06-B4268721B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2068" y="3779867"/>
            <a:ext cx="3448916" cy="3267940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5" name="Imagem 114">
            <a:extLst>
              <a:ext uri="{FF2B5EF4-FFF2-40B4-BE49-F238E27FC236}">
                <a16:creationId xmlns:a16="http://schemas.microsoft.com/office/drawing/2014/main" id="{DA89371E-EB74-A27C-C15B-D83AAD41DB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376" y="3807576"/>
            <a:ext cx="3267941" cy="3267941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6" name="Text 9">
            <a:extLst>
              <a:ext uri="{FF2B5EF4-FFF2-40B4-BE49-F238E27FC236}">
                <a16:creationId xmlns:a16="http://schemas.microsoft.com/office/drawing/2014/main" id="{F49CBC54-44B7-FE29-201D-C2BA0BF63748}"/>
              </a:ext>
            </a:extLst>
          </p:cNvPr>
          <p:cNvSpPr/>
          <p:nvPr/>
        </p:nvSpPr>
        <p:spPr>
          <a:xfrm>
            <a:off x="9339553" y="2898926"/>
            <a:ext cx="3885144" cy="620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kern="0" spc="180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ANTES DO TREINAMENTO </a:t>
            </a:r>
            <a:endParaRPr lang="en-US" sz="1800" dirty="0"/>
          </a:p>
        </p:txBody>
      </p:sp>
      <p:sp>
        <p:nvSpPr>
          <p:cNvPr id="117" name="Text 9">
            <a:extLst>
              <a:ext uri="{FF2B5EF4-FFF2-40B4-BE49-F238E27FC236}">
                <a16:creationId xmlns:a16="http://schemas.microsoft.com/office/drawing/2014/main" id="{79CC3517-1C26-A39B-9CB1-1C678D6B3858}"/>
              </a:ext>
            </a:extLst>
          </p:cNvPr>
          <p:cNvSpPr/>
          <p:nvPr/>
        </p:nvSpPr>
        <p:spPr>
          <a:xfrm>
            <a:off x="12837291" y="2871216"/>
            <a:ext cx="3885144" cy="620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kern="0" spc="180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DEPOIS 100 EPISÓDIOS </a:t>
            </a:r>
            <a:endParaRPr lang="en-US" sz="1800" dirty="0"/>
          </a:p>
        </p:txBody>
      </p:sp>
      <p:sp>
        <p:nvSpPr>
          <p:cNvPr id="119" name="Text 99">
            <a:extLst>
              <a:ext uri="{FF2B5EF4-FFF2-40B4-BE49-F238E27FC236}">
                <a16:creationId xmlns:a16="http://schemas.microsoft.com/office/drawing/2014/main" id="{F2854805-58FF-81D0-F33E-6BAEA86C5CE4}"/>
              </a:ext>
            </a:extLst>
          </p:cNvPr>
          <p:cNvSpPr/>
          <p:nvPr/>
        </p:nvSpPr>
        <p:spPr>
          <a:xfrm>
            <a:off x="9554634" y="7399886"/>
            <a:ext cx="3885144" cy="1277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pt-BR" sz="240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Antes: o pêndulo cai e balança sem controle,  política ainda aleatória.</a:t>
            </a:r>
            <a:endParaRPr lang="en-US" sz="2400" dirty="0"/>
          </a:p>
        </p:txBody>
      </p:sp>
      <p:sp>
        <p:nvSpPr>
          <p:cNvPr id="120" name="Text 99">
            <a:extLst>
              <a:ext uri="{FF2B5EF4-FFF2-40B4-BE49-F238E27FC236}">
                <a16:creationId xmlns:a16="http://schemas.microsoft.com/office/drawing/2014/main" id="{FDE6C104-62EC-EEF9-B666-DAC84A28C9D4}"/>
              </a:ext>
            </a:extLst>
          </p:cNvPr>
          <p:cNvSpPr/>
          <p:nvPr/>
        </p:nvSpPr>
        <p:spPr>
          <a:xfrm>
            <a:off x="13422646" y="7372175"/>
            <a:ext cx="3885144" cy="1277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5469"/>
              </a:lnSpc>
              <a:buNone/>
            </a:pPr>
            <a:r>
              <a:rPr lang="pt-BR" sz="240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Depois: o pêndulo fica equilibrado perto da vertical — confirmação de que o par </a:t>
            </a:r>
            <a:r>
              <a:rPr lang="pt-BR" sz="2400" dirty="0" err="1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Actor-Critic</a:t>
            </a:r>
            <a:r>
              <a:rPr lang="pt-BR" sz="240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aprendeu a tarefa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5985616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  <p:bldP spid="1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2149564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 · BALANÇO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Vantagens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64105"/>
            <a:ext cx="8067675" cy="1247775"/>
          </a:xfrm>
          <a:prstGeom prst="roundRect">
            <a:avLst>
              <a:gd name="adj" fmla="val 3053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4346" y="2617851"/>
            <a:ext cx="8232381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DOMÍNIO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4346" y="2986659"/>
            <a:ext cx="823238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Ações contínuas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 alta dimensionalidade, nativamente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267825" y="2364105"/>
            <a:ext cx="8067675" cy="1247775"/>
          </a:xfrm>
          <a:prstGeom prst="roundRect">
            <a:avLst>
              <a:gd name="adj" fmla="val 3053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59671" y="2617851"/>
            <a:ext cx="8232381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EFICIÊNCIA DE AMOSTRA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59671" y="2986659"/>
            <a:ext cx="823238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Off-policy + replay buffer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3859530"/>
            <a:ext cx="8067675" cy="1619250"/>
          </a:xfrm>
          <a:prstGeom prst="roundRect">
            <a:avLst>
              <a:gd name="adj" fmla="val 2353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4346" y="4113276"/>
            <a:ext cx="8232381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VARIÂNCIA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4346" y="4475295"/>
            <a:ext cx="770850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Gradiente determinístico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sem integral sobre distribuição de ações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267825" y="3859530"/>
            <a:ext cx="8067675" cy="1619250"/>
          </a:xfrm>
          <a:prstGeom prst="roundRect">
            <a:avLst>
              <a:gd name="adj" fmla="val 2353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59671" y="4113276"/>
            <a:ext cx="8232381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ATUALIZAÇÃO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59671" y="4482084"/>
            <a:ext cx="770850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Bootstrap (TD)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a cada passo, sem esperar o fim do episódio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2500" y="5726430"/>
            <a:ext cx="16383000" cy="1247775"/>
          </a:xfrm>
          <a:prstGeom prst="roundRect">
            <a:avLst>
              <a:gd name="adj" fmla="val 3053"/>
            </a:avLst>
          </a:prstGeom>
          <a:solidFill>
            <a:srgbClr val="FDFAF5"/>
          </a:solidFill>
          <a:ln w="6096">
            <a:solidFill>
              <a:srgbClr val="B682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4346" y="5980176"/>
            <a:ext cx="17379238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ESCOPO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44346" y="6348984"/>
            <a:ext cx="173792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Model-free e end-to-end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funciona a partir de pixels</a:t>
            </a:r>
            <a:endParaRPr lang="en-US" sz="2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2149564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 · BALANÇO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Limitações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628519"/>
            <a:ext cx="2095500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FRAGILIDADE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62300" y="2573655"/>
            <a:ext cx="125310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Sensível a hiperparâmetros e a sementes </a:t>
            </a: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(Henderson et al., 2018)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315468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428619"/>
            <a:ext cx="2095500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VIÉS DE 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62300" y="3373755"/>
            <a:ext cx="1173365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Sobrestimação —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Critic superestima e o Actor, maximizando Q, é empurrado para as regiões de maior erro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859000" y="3410331"/>
            <a:ext cx="2724150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D5AA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→ TD3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4326255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600194"/>
            <a:ext cx="2095500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EXPLORAÇÃO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62300" y="4545330"/>
            <a:ext cx="125310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Ingênua —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ruído aditivo não se adapta à incerteza; falha com recompensa esparsa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4859000" y="4581906"/>
            <a:ext cx="2724150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D5AA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→ SAC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5126355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5400294"/>
            <a:ext cx="2577779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EXPRESSIVIDADE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00736" y="5345430"/>
            <a:ext cx="120488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Política determinística —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inadequada quando o ótimo exige aleatoriedade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4859000" y="5382006"/>
            <a:ext cx="2724150" cy="355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cenários adversariais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2500" y="5926455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6200394"/>
            <a:ext cx="2095500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TEORIA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162300" y="6145530"/>
            <a:ext cx="125310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63"/>
              </a:lnSpc>
              <a:buNone/>
            </a:pPr>
            <a:r>
              <a:rPr lang="en-US" sz="2250" b="1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 garantia de convergência </a:t>
            </a:r>
            <a:r>
              <a:rPr lang="en-US" sz="22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— deadly triad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52500" y="7088505"/>
            <a:ext cx="18021300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TD3: clipped double-Q, delayed updates, target policy smoothing · SAC: entropia máxima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42950"/>
            <a:ext cx="2149564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 · BALANÇO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68908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Referências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952500" y="1992630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611755"/>
            <a:ext cx="838200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461"/>
              </a:lnSpc>
              <a:buNone/>
            </a:pPr>
            <a:r>
              <a:rPr lang="en-US" sz="3000" dirty="0">
                <a:solidFill>
                  <a:srgbClr val="B6823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[1]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43100" y="2611755"/>
            <a:ext cx="13695807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81"/>
              </a:lnSpc>
              <a:buNone/>
            </a:pP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T. P. Lillicrap, J. J. Hunt, A. Pritzel, N. Heess, T. Erez, Y. Tassa, D. Silver, and D. Wierstra, “Continuous control with deep reinforcement learning,” in Proc. Int. Conf. Learn. Representations (ICLR), 2016.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3577590"/>
            <a:ext cx="142875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834765"/>
            <a:ext cx="838200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461"/>
              </a:lnSpc>
              <a:buNone/>
            </a:pPr>
            <a:r>
              <a:rPr lang="en-US" sz="3000" dirty="0">
                <a:solidFill>
                  <a:srgbClr val="B6823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[2]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43100" y="3834765"/>
            <a:ext cx="13695807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81"/>
              </a:lnSpc>
              <a:buNone/>
            </a:pP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D. Silver, G. Lever, N. Heess, T. Degris, D. Wierstra, and M. Riedmiller, “Deterministic policy gradient algorithms,” in Proc. 31st Int. Conf. Mach. Learn. (ICML), Beijing, China, 2014, pp. 387–395.</a:t>
            </a:r>
            <a:endParaRPr lang="en-US" sz="195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08E5445-490B-F492-5295-13C1D2209944}"/>
              </a:ext>
            </a:extLst>
          </p:cNvPr>
          <p:cNvSpPr/>
          <p:nvPr/>
        </p:nvSpPr>
        <p:spPr>
          <a:xfrm>
            <a:off x="841664" y="5162550"/>
            <a:ext cx="18021300" cy="65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81"/>
              </a:lnSpc>
              <a:buNone/>
            </a:pP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Link </a:t>
            </a:r>
            <a:r>
              <a:rPr lang="en-US" sz="4650" dirty="0" err="1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colab</a:t>
            </a:r>
            <a:r>
              <a:rPr lang="en-US" sz="465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:</a:t>
            </a:r>
            <a:endParaRPr lang="en-US" sz="46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1D581D48-0EB2-5E03-FC61-21D29543739B}"/>
              </a:ext>
            </a:extLst>
          </p:cNvPr>
          <p:cNvSpPr/>
          <p:nvPr/>
        </p:nvSpPr>
        <p:spPr>
          <a:xfrm>
            <a:off x="841664" y="5814822"/>
            <a:ext cx="14797243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81"/>
              </a:lnSpc>
              <a:buNone/>
            </a:pPr>
            <a:r>
              <a:rPr lang="en-US" sz="1950" dirty="0">
                <a:solidFill>
                  <a:srgbClr val="201F1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https://colab.research.google.com/drive/1xeYSWCLI75FY_sKBRdhh-NnWdPAYyW2-?usp=sharing#scrollTo=Ect__fbVj28S</a:t>
            </a:r>
            <a:endParaRPr lang="en-US" sz="1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1257" y="3675983"/>
            <a:ext cx="691015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547"/>
              </a:lnSpc>
              <a:buNone/>
            </a:pPr>
            <a:r>
              <a:rPr lang="en-US" sz="10500" i="1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Obrigado!</a:t>
            </a:r>
            <a:endParaRPr lang="en-US" sz="10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5239417"/>
            <a:ext cx="2286000" cy="161782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3825" y="4050982"/>
            <a:ext cx="7168519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500"/>
              </a:lnSpc>
              <a:buNone/>
            </a:pPr>
            <a:r>
              <a:rPr lang="en-US" sz="990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Perguntas?</a:t>
            </a:r>
            <a:endParaRPr lang="en-US" sz="9900" dirty="0"/>
          </a:p>
        </p:txBody>
      </p:sp>
      <p:sp>
        <p:nvSpPr>
          <p:cNvPr id="3" name="Shape 1"/>
          <p:cNvSpPr/>
          <p:nvPr/>
        </p:nvSpPr>
        <p:spPr>
          <a:xfrm>
            <a:off x="7810500" y="5632132"/>
            <a:ext cx="2667000" cy="9525"/>
          </a:xfrm>
          <a:prstGeom prst="rect">
            <a:avLst/>
          </a:prstGeom>
          <a:solidFill>
            <a:srgbClr val="B68235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9144" y="4050982"/>
            <a:ext cx="7168519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500"/>
              </a:lnSpc>
              <a:buNone/>
            </a:pPr>
            <a:r>
              <a:rPr lang="en-US" sz="9900" dirty="0">
                <a:solidFill>
                  <a:srgbClr val="201F1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Quiz</a:t>
            </a:r>
            <a:endParaRPr lang="en-US" sz="9900" dirty="0"/>
          </a:p>
        </p:txBody>
      </p:sp>
      <p:sp>
        <p:nvSpPr>
          <p:cNvPr id="3" name="Shape 1"/>
          <p:cNvSpPr/>
          <p:nvPr/>
        </p:nvSpPr>
        <p:spPr>
          <a:xfrm>
            <a:off x="7810500" y="5632132"/>
            <a:ext cx="2667000" cy="9525"/>
          </a:xfrm>
          <a:prstGeom prst="rect">
            <a:avLst/>
          </a:prstGeom>
          <a:solidFill>
            <a:srgbClr val="B68235"/>
          </a:solidFill>
          <a:ln/>
        </p:spPr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DD58E6-A715-3478-8ECB-9680CC5E11A4}"/>
              </a:ext>
            </a:extLst>
          </p:cNvPr>
          <p:cNvSpPr txBox="1"/>
          <p:nvPr/>
        </p:nvSpPr>
        <p:spPr>
          <a:xfrm>
            <a:off x="4893972" y="6239393"/>
            <a:ext cx="8757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/>
              <a:t>https://forms.gle/mpxsuGtS9JstNWa77</a:t>
            </a:r>
          </a:p>
        </p:txBody>
      </p:sp>
    </p:spTree>
    <p:extLst>
      <p:ext uri="{BB962C8B-B14F-4D97-AF65-F5344CB8AC3E}">
        <p14:creationId xmlns:p14="http://schemas.microsoft.com/office/powerpoint/2010/main" val="2062057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33400"/>
            <a:ext cx="4431563" cy="3307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6823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APÊNDICE · PSEUDOCÓDIGO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434815" y="533400"/>
            <a:ext cx="976884" cy="330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5D5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26 / 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016508"/>
            <a:ext cx="16383000" cy="9525"/>
          </a:xfrm>
          <a:prstGeom prst="rect">
            <a:avLst/>
          </a:prstGeom>
          <a:solidFill>
            <a:srgbClr val="201F1D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821079" y="1216533"/>
            <a:ext cx="8645747" cy="8625459"/>
          </a:xfrm>
          <a:prstGeom prst="roundRect">
            <a:avLst>
              <a:gd name="adj" fmla="val 442"/>
            </a:avLst>
          </a:prstGeom>
          <a:ln w="6096">
            <a:solidFill>
              <a:srgbClr val="201F1D">
                <a:alpha val="16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821079" y="1216533"/>
            <a:ext cx="8645747" cy="86254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2073</Words>
  <Application>Microsoft Office PowerPoint</Application>
  <PresentationFormat>Personalizar</PresentationFormat>
  <Paragraphs>290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2" baseType="lpstr">
      <vt:lpstr>Arial</vt:lpstr>
      <vt:lpstr>Cormorant Garamond</vt:lpstr>
      <vt:lpstr>Georgia</vt:lpstr>
      <vt:lpstr>Lora</vt:lpstr>
      <vt:lpstr>Office Theme</vt:lpstr>
      <vt:lpstr>TP558 - Tópicos avançados em Machine Learning: Deep Deterministic Policy Gradient (DDPG)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Bryan Fernando Sarango Rodriguez</cp:lastModifiedBy>
  <cp:revision>1</cp:revision>
  <dcterms:created xsi:type="dcterms:W3CDTF">2026-08-26T13:35:32Z</dcterms:created>
  <dcterms:modified xsi:type="dcterms:W3CDTF">2026-08-31T17:52:59Z</dcterms:modified>
</cp:coreProperties>
</file>